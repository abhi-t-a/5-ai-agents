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3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81" r:id="rId10"/>
    <p:sldId id="266" r:id="rId11"/>
    <p:sldId id="267" r:id="rId12"/>
    <p:sldId id="268" r:id="rId13"/>
    <p:sldId id="282" r:id="rId14"/>
    <p:sldId id="270" r:id="rId15"/>
    <p:sldId id="285" r:id="rId16"/>
    <p:sldId id="272" r:id="rId17"/>
    <p:sldId id="283" r:id="rId18"/>
    <p:sldId id="274" r:id="rId19"/>
    <p:sldId id="286" r:id="rId20"/>
    <p:sldId id="276" r:id="rId21"/>
    <p:sldId id="284" r:id="rId22"/>
    <p:sldId id="278" r:id="rId23"/>
    <p:sldId id="279" r:id="rId24"/>
    <p:sldId id="280" r:id="rId25"/>
    <p:sldId id="287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90F592B-C577-4913-B856-7F0ECFAD0890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81"/>
            <p14:sldId id="266"/>
            <p14:sldId id="267"/>
            <p14:sldId id="268"/>
            <p14:sldId id="282"/>
            <p14:sldId id="270"/>
            <p14:sldId id="285"/>
            <p14:sldId id="272"/>
            <p14:sldId id="283"/>
            <p14:sldId id="274"/>
            <p14:sldId id="286"/>
            <p14:sldId id="276"/>
            <p14:sldId id="284"/>
            <p14:sldId id="278"/>
            <p14:sldId id="279"/>
            <p14:sldId id="280"/>
            <p14:sldId id="287"/>
          </p14:sldIdLst>
        </p14:section>
        <p14:section name="Untitled Section" id="{AEF9821D-25AD-49DB-9177-DEB7BFFBF473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711" y="6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0705B8D-E638-4910-83E9-977B2A445E18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69DB607-8EC5-4A6C-9DE9-22F289655451}">
      <dgm:prSet custT="1"/>
      <dgm:spPr/>
      <dgm:t>
        <a:bodyPr/>
        <a:lstStyle/>
        <a:p>
          <a:r>
            <a:rPr lang="en-IN" sz="1400" dirty="0"/>
            <a:t>AI systems that can </a:t>
          </a:r>
          <a:r>
            <a:rPr lang="en-IN" sz="1400" b="1" dirty="0"/>
            <a:t>act autonomously</a:t>
          </a:r>
          <a:r>
            <a:rPr lang="en-IN" sz="1400" dirty="0"/>
            <a:t>, </a:t>
          </a:r>
          <a:r>
            <a:rPr lang="en-IN" sz="1400" b="1" dirty="0"/>
            <a:t>make decisions</a:t>
          </a:r>
          <a:r>
            <a:rPr lang="en-IN" sz="1400" dirty="0"/>
            <a:t>, and </a:t>
          </a:r>
          <a:r>
            <a:rPr lang="en-IN" sz="1400" b="1" dirty="0"/>
            <a:t>take actions</a:t>
          </a:r>
          <a:r>
            <a:rPr lang="en-IN" sz="1400" dirty="0"/>
            <a:t> toward achieving specific goals — similar to how a software “agent” works independently without requiring constant user instructions.</a:t>
          </a:r>
          <a:endParaRPr lang="en-US" sz="1400" dirty="0"/>
        </a:p>
      </dgm:t>
    </dgm:pt>
    <dgm:pt modelId="{E7D6F70B-FE18-4256-8F15-C4093B3126C8}" type="parTrans" cxnId="{E1477F4E-DC06-42E8-8882-3E4F97E00A55}">
      <dgm:prSet/>
      <dgm:spPr/>
      <dgm:t>
        <a:bodyPr/>
        <a:lstStyle/>
        <a:p>
          <a:endParaRPr lang="en-US"/>
        </a:p>
      </dgm:t>
    </dgm:pt>
    <dgm:pt modelId="{7CA33EF9-667F-499A-A62A-8D2CD118C588}" type="sibTrans" cxnId="{E1477F4E-DC06-42E8-8882-3E4F97E00A55}">
      <dgm:prSet/>
      <dgm:spPr/>
      <dgm:t>
        <a:bodyPr/>
        <a:lstStyle/>
        <a:p>
          <a:endParaRPr lang="en-US"/>
        </a:p>
      </dgm:t>
    </dgm:pt>
    <dgm:pt modelId="{3C5557FD-4E7D-4A08-B7D5-DD86A3D6FAE5}">
      <dgm:prSet/>
      <dgm:spPr/>
      <dgm:t>
        <a:bodyPr/>
        <a:lstStyle/>
        <a:p>
          <a:r>
            <a:rPr lang="en-IN"/>
            <a:t>These systems don’t just answer questions like normal AI models—they </a:t>
          </a:r>
          <a:r>
            <a:rPr lang="en-IN" b="1"/>
            <a:t>plan, reason, take initiative, and execute tasks</a:t>
          </a:r>
          <a:r>
            <a:rPr lang="en-IN"/>
            <a:t> on your behalf.</a:t>
          </a:r>
          <a:endParaRPr lang="en-US"/>
        </a:p>
      </dgm:t>
    </dgm:pt>
    <dgm:pt modelId="{A1208968-F39B-49D7-A9FC-4FBDDBB99465}" type="parTrans" cxnId="{36C492BA-E5B2-4864-B290-6170D08AACF3}">
      <dgm:prSet/>
      <dgm:spPr/>
      <dgm:t>
        <a:bodyPr/>
        <a:lstStyle/>
        <a:p>
          <a:endParaRPr lang="en-US"/>
        </a:p>
      </dgm:t>
    </dgm:pt>
    <dgm:pt modelId="{5D109EE8-E7BE-4713-8DBB-B8E612074747}" type="sibTrans" cxnId="{36C492BA-E5B2-4864-B290-6170D08AACF3}">
      <dgm:prSet/>
      <dgm:spPr/>
      <dgm:t>
        <a:bodyPr/>
        <a:lstStyle/>
        <a:p>
          <a:endParaRPr lang="en-US"/>
        </a:p>
      </dgm:t>
    </dgm:pt>
    <dgm:pt modelId="{DA51E72D-D92E-4B24-B405-01518AC3C556}" type="pres">
      <dgm:prSet presAssocID="{D0705B8D-E638-4910-83E9-977B2A445E1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7B80BD8-F9C7-419B-8DCA-F34BEEF5CED3}" type="pres">
      <dgm:prSet presAssocID="{F69DB607-8EC5-4A6C-9DE9-22F289655451}" presName="hierRoot1" presStyleCnt="0"/>
      <dgm:spPr/>
    </dgm:pt>
    <dgm:pt modelId="{5DC28B06-3451-433E-98A4-9398A694EE35}" type="pres">
      <dgm:prSet presAssocID="{F69DB607-8EC5-4A6C-9DE9-22F289655451}" presName="composite" presStyleCnt="0"/>
      <dgm:spPr/>
    </dgm:pt>
    <dgm:pt modelId="{E9AE403F-750F-47B4-B147-9A4D6176F1F2}" type="pres">
      <dgm:prSet presAssocID="{F69DB607-8EC5-4A6C-9DE9-22F289655451}" presName="background" presStyleLbl="node0" presStyleIdx="0" presStyleCnt="2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</dgm:pt>
    <dgm:pt modelId="{E34F9726-2AAA-4805-88EE-0D783EDF8EC9}" type="pres">
      <dgm:prSet presAssocID="{F69DB607-8EC5-4A6C-9DE9-22F289655451}" presName="text" presStyleLbl="fgAcc0" presStyleIdx="0" presStyleCnt="2">
        <dgm:presLayoutVars>
          <dgm:chPref val="3"/>
        </dgm:presLayoutVars>
      </dgm:prSet>
      <dgm:spPr/>
    </dgm:pt>
    <dgm:pt modelId="{8554B05F-0E12-4CB7-90BE-D510E9A5B398}" type="pres">
      <dgm:prSet presAssocID="{F69DB607-8EC5-4A6C-9DE9-22F289655451}" presName="hierChild2" presStyleCnt="0"/>
      <dgm:spPr/>
    </dgm:pt>
    <dgm:pt modelId="{F5C772A9-6F3F-480C-A24F-9883FDACB120}" type="pres">
      <dgm:prSet presAssocID="{3C5557FD-4E7D-4A08-B7D5-DD86A3D6FAE5}" presName="hierRoot1" presStyleCnt="0"/>
      <dgm:spPr/>
    </dgm:pt>
    <dgm:pt modelId="{0DC8C212-F1FE-43A0-BF46-1494F02DCCAE}" type="pres">
      <dgm:prSet presAssocID="{3C5557FD-4E7D-4A08-B7D5-DD86A3D6FAE5}" presName="composite" presStyleCnt="0"/>
      <dgm:spPr/>
    </dgm:pt>
    <dgm:pt modelId="{20EF9E9E-A058-49AA-91C3-CC80CDC800C0}" type="pres">
      <dgm:prSet presAssocID="{3C5557FD-4E7D-4A08-B7D5-DD86A3D6FAE5}" presName="background" presStyleLbl="node0" presStyleIdx="1" presStyleCnt="2">
        <dgm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dgm:style>
      </dgm:prSet>
      <dgm:spPr/>
    </dgm:pt>
    <dgm:pt modelId="{B2CC3272-3A09-4CCD-88B8-6FE09FD91951}" type="pres">
      <dgm:prSet presAssocID="{3C5557FD-4E7D-4A08-B7D5-DD86A3D6FAE5}" presName="text" presStyleLbl="fgAcc0" presStyleIdx="1" presStyleCnt="2">
        <dgm:presLayoutVars>
          <dgm:chPref val="3"/>
        </dgm:presLayoutVars>
      </dgm:prSet>
      <dgm:spPr/>
    </dgm:pt>
    <dgm:pt modelId="{A13394A0-34AC-4B00-B172-DE848643412A}" type="pres">
      <dgm:prSet presAssocID="{3C5557FD-4E7D-4A08-B7D5-DD86A3D6FAE5}" presName="hierChild2" presStyleCnt="0"/>
      <dgm:spPr/>
    </dgm:pt>
  </dgm:ptLst>
  <dgm:cxnLst>
    <dgm:cxn modelId="{679B7C41-5B1C-458E-AAC0-97D046F81DA0}" type="presOf" srcId="{F69DB607-8EC5-4A6C-9DE9-22F289655451}" destId="{E34F9726-2AAA-4805-88EE-0D783EDF8EC9}" srcOrd="0" destOrd="0" presId="urn:microsoft.com/office/officeart/2005/8/layout/hierarchy1"/>
    <dgm:cxn modelId="{98726763-036A-4B4D-AF8B-58703710EAB7}" type="presOf" srcId="{3C5557FD-4E7D-4A08-B7D5-DD86A3D6FAE5}" destId="{B2CC3272-3A09-4CCD-88B8-6FE09FD91951}" srcOrd="0" destOrd="0" presId="urn:microsoft.com/office/officeart/2005/8/layout/hierarchy1"/>
    <dgm:cxn modelId="{E1477F4E-DC06-42E8-8882-3E4F97E00A55}" srcId="{D0705B8D-E638-4910-83E9-977B2A445E18}" destId="{F69DB607-8EC5-4A6C-9DE9-22F289655451}" srcOrd="0" destOrd="0" parTransId="{E7D6F70B-FE18-4256-8F15-C4093B3126C8}" sibTransId="{7CA33EF9-667F-499A-A62A-8D2CD118C588}"/>
    <dgm:cxn modelId="{D2536F7C-DA0B-4D48-8AB5-3245D016E356}" type="presOf" srcId="{D0705B8D-E638-4910-83E9-977B2A445E18}" destId="{DA51E72D-D92E-4B24-B405-01518AC3C556}" srcOrd="0" destOrd="0" presId="urn:microsoft.com/office/officeart/2005/8/layout/hierarchy1"/>
    <dgm:cxn modelId="{36C492BA-E5B2-4864-B290-6170D08AACF3}" srcId="{D0705B8D-E638-4910-83E9-977B2A445E18}" destId="{3C5557FD-4E7D-4A08-B7D5-DD86A3D6FAE5}" srcOrd="1" destOrd="0" parTransId="{A1208968-F39B-49D7-A9FC-4FBDDBB99465}" sibTransId="{5D109EE8-E7BE-4713-8DBB-B8E612074747}"/>
    <dgm:cxn modelId="{19A9F429-5044-4D3A-B245-302468A63472}" type="presParOf" srcId="{DA51E72D-D92E-4B24-B405-01518AC3C556}" destId="{E7B80BD8-F9C7-419B-8DCA-F34BEEF5CED3}" srcOrd="0" destOrd="0" presId="urn:microsoft.com/office/officeart/2005/8/layout/hierarchy1"/>
    <dgm:cxn modelId="{EF35088A-7B49-496D-9356-6777C0414CDC}" type="presParOf" srcId="{E7B80BD8-F9C7-419B-8DCA-F34BEEF5CED3}" destId="{5DC28B06-3451-433E-98A4-9398A694EE35}" srcOrd="0" destOrd="0" presId="urn:microsoft.com/office/officeart/2005/8/layout/hierarchy1"/>
    <dgm:cxn modelId="{37B76C64-5A70-4A3A-95D5-9D1D81C2D3C6}" type="presParOf" srcId="{5DC28B06-3451-433E-98A4-9398A694EE35}" destId="{E9AE403F-750F-47B4-B147-9A4D6176F1F2}" srcOrd="0" destOrd="0" presId="urn:microsoft.com/office/officeart/2005/8/layout/hierarchy1"/>
    <dgm:cxn modelId="{9D6D123B-CD32-43EB-96CA-1C78DD096114}" type="presParOf" srcId="{5DC28B06-3451-433E-98A4-9398A694EE35}" destId="{E34F9726-2AAA-4805-88EE-0D783EDF8EC9}" srcOrd="1" destOrd="0" presId="urn:microsoft.com/office/officeart/2005/8/layout/hierarchy1"/>
    <dgm:cxn modelId="{6CB86C6C-6378-44A6-A349-8248B0A45898}" type="presParOf" srcId="{E7B80BD8-F9C7-419B-8DCA-F34BEEF5CED3}" destId="{8554B05F-0E12-4CB7-90BE-D510E9A5B398}" srcOrd="1" destOrd="0" presId="urn:microsoft.com/office/officeart/2005/8/layout/hierarchy1"/>
    <dgm:cxn modelId="{A70E14C8-45E6-4B5D-9901-6E46BC8CFA62}" type="presParOf" srcId="{DA51E72D-D92E-4B24-B405-01518AC3C556}" destId="{F5C772A9-6F3F-480C-A24F-9883FDACB120}" srcOrd="1" destOrd="0" presId="urn:microsoft.com/office/officeart/2005/8/layout/hierarchy1"/>
    <dgm:cxn modelId="{5FB4FCEB-D165-4CEC-A56D-3E2C2AC1EC11}" type="presParOf" srcId="{F5C772A9-6F3F-480C-A24F-9883FDACB120}" destId="{0DC8C212-F1FE-43A0-BF46-1494F02DCCAE}" srcOrd="0" destOrd="0" presId="urn:microsoft.com/office/officeart/2005/8/layout/hierarchy1"/>
    <dgm:cxn modelId="{69F73407-F5D9-4BB4-BBA5-4F2E59C00875}" type="presParOf" srcId="{0DC8C212-F1FE-43A0-BF46-1494F02DCCAE}" destId="{20EF9E9E-A058-49AA-91C3-CC80CDC800C0}" srcOrd="0" destOrd="0" presId="urn:microsoft.com/office/officeart/2005/8/layout/hierarchy1"/>
    <dgm:cxn modelId="{3BB0B822-77B6-437A-B53D-1880BC4A5D31}" type="presParOf" srcId="{0DC8C212-F1FE-43A0-BF46-1494F02DCCAE}" destId="{B2CC3272-3A09-4CCD-88B8-6FE09FD91951}" srcOrd="1" destOrd="0" presId="urn:microsoft.com/office/officeart/2005/8/layout/hierarchy1"/>
    <dgm:cxn modelId="{D03AE7AC-6D4B-40D8-8A52-1825FF15B15C}" type="presParOf" srcId="{F5C772A9-6F3F-480C-A24F-9883FDACB120}" destId="{A13394A0-34AC-4B00-B172-DE848643412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834B38A-3D63-4A41-9031-846C698B4C6D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B960B75-F6DB-46A2-989A-B20ECA5A7FD9}">
      <dgm:prSet/>
      <dgm:spPr/>
      <dgm:t>
        <a:bodyPr/>
        <a:lstStyle/>
        <a:p>
          <a:r>
            <a:rPr lang="en-IN" b="1"/>
            <a:t>*</a:t>
          </a:r>
          <a:r>
            <a:rPr lang="en-IN"/>
            <a:t>An “agent” is anything that can be viewed as perceiving its environment through sensors and acting upon that environment through actuators. </a:t>
          </a:r>
          <a:endParaRPr lang="en-US"/>
        </a:p>
      </dgm:t>
    </dgm:pt>
    <dgm:pt modelId="{B5117F1F-8B77-4E09-A289-5AB3B1EA73AC}" type="parTrans" cxnId="{BD96A2DE-60B3-43C5-8299-17FC4DC997D4}">
      <dgm:prSet/>
      <dgm:spPr/>
      <dgm:t>
        <a:bodyPr/>
        <a:lstStyle/>
        <a:p>
          <a:endParaRPr lang="en-US"/>
        </a:p>
      </dgm:t>
    </dgm:pt>
    <dgm:pt modelId="{AECA6103-E6F5-498B-9458-F697F3A8A84E}" type="sibTrans" cxnId="{BD96A2DE-60B3-43C5-8299-17FC4DC997D4}">
      <dgm:prSet/>
      <dgm:spPr/>
      <dgm:t>
        <a:bodyPr/>
        <a:lstStyle/>
        <a:p>
          <a:endParaRPr lang="en-US"/>
        </a:p>
      </dgm:t>
    </dgm:pt>
    <dgm:pt modelId="{BF107C10-C36B-4C9E-BDB0-EA0C57C64BB0}">
      <dgm:prSet/>
      <dgm:spPr/>
      <dgm:t>
        <a:bodyPr/>
        <a:lstStyle/>
        <a:p>
          <a:r>
            <a:rPr lang="en-IN" b="1"/>
            <a:t>*</a:t>
          </a:r>
          <a:r>
            <a:rPr lang="en-IN"/>
            <a:t>Percept refers to the agent’s perceptual inputs at a given time instant; an agent’s perceptual sequence is the complete history of everything the agent has ever perceived. </a:t>
          </a:r>
          <a:endParaRPr lang="en-US"/>
        </a:p>
      </dgm:t>
    </dgm:pt>
    <dgm:pt modelId="{159B8D73-79E9-4864-950C-5919C17A5CE1}" type="parTrans" cxnId="{A14762D2-F723-4A60-855D-B9BECCFB1A09}">
      <dgm:prSet/>
      <dgm:spPr/>
      <dgm:t>
        <a:bodyPr/>
        <a:lstStyle/>
        <a:p>
          <a:endParaRPr lang="en-US"/>
        </a:p>
      </dgm:t>
    </dgm:pt>
    <dgm:pt modelId="{3DDFE63C-4332-4140-B522-6CF3925254DD}" type="sibTrans" cxnId="{A14762D2-F723-4A60-855D-B9BECCFB1A09}">
      <dgm:prSet/>
      <dgm:spPr/>
      <dgm:t>
        <a:bodyPr/>
        <a:lstStyle/>
        <a:p>
          <a:endParaRPr lang="en-US"/>
        </a:p>
      </dgm:t>
    </dgm:pt>
    <dgm:pt modelId="{0A233533-4FA2-42A1-9559-1CFE7D64E732}">
      <dgm:prSet/>
      <dgm:spPr/>
      <dgm:t>
        <a:bodyPr/>
        <a:lstStyle/>
        <a:p>
          <a:r>
            <a:rPr lang="en-IN" b="1"/>
            <a:t>*</a:t>
          </a:r>
          <a:r>
            <a:rPr lang="en-IN"/>
            <a:t>In general, an agent’s choice of action at any given instant can depend on the entire precept sequence observed to date, but not on anything it hasn’t perceived. </a:t>
          </a:r>
          <a:endParaRPr lang="en-US"/>
        </a:p>
      </dgm:t>
    </dgm:pt>
    <dgm:pt modelId="{50477995-D594-4034-B2EF-2F6856C24D3A}" type="parTrans" cxnId="{44F0956F-360C-4FC1-8D7D-3061C99118B2}">
      <dgm:prSet/>
      <dgm:spPr/>
      <dgm:t>
        <a:bodyPr/>
        <a:lstStyle/>
        <a:p>
          <a:endParaRPr lang="en-US"/>
        </a:p>
      </dgm:t>
    </dgm:pt>
    <dgm:pt modelId="{DBB4D650-4E36-44D0-9ADF-6B95ACA0DBFC}" type="sibTrans" cxnId="{44F0956F-360C-4FC1-8D7D-3061C99118B2}">
      <dgm:prSet/>
      <dgm:spPr/>
      <dgm:t>
        <a:bodyPr/>
        <a:lstStyle/>
        <a:p>
          <a:endParaRPr lang="en-US"/>
        </a:p>
      </dgm:t>
    </dgm:pt>
    <dgm:pt modelId="{877337A9-D402-4325-B72D-B03BC16FA612}" type="pres">
      <dgm:prSet presAssocID="{5834B38A-3D63-4A41-9031-846C698B4C6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1A532BF-7D72-43AA-B361-1EEC5780A204}" type="pres">
      <dgm:prSet presAssocID="{3B960B75-F6DB-46A2-989A-B20ECA5A7FD9}" presName="hierRoot1" presStyleCnt="0"/>
      <dgm:spPr/>
    </dgm:pt>
    <dgm:pt modelId="{8BAE5A95-549F-4F56-8122-E7DEFD8D1901}" type="pres">
      <dgm:prSet presAssocID="{3B960B75-F6DB-46A2-989A-B20ECA5A7FD9}" presName="composite" presStyleCnt="0"/>
      <dgm:spPr/>
    </dgm:pt>
    <dgm:pt modelId="{D28DC2DB-7ED7-4A36-BA10-CED9BDF8BCEC}" type="pres">
      <dgm:prSet presAssocID="{3B960B75-F6DB-46A2-989A-B20ECA5A7FD9}" presName="background" presStyleLbl="node0" presStyleIdx="0" presStyleCnt="3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</dgm:pt>
    <dgm:pt modelId="{396A2210-38EC-48B9-93A0-C2FFC226FDFB}" type="pres">
      <dgm:prSet presAssocID="{3B960B75-F6DB-46A2-989A-B20ECA5A7FD9}" presName="text" presStyleLbl="fgAcc0" presStyleIdx="0" presStyleCnt="3">
        <dgm:presLayoutVars>
          <dgm:chPref val="3"/>
        </dgm:presLayoutVars>
      </dgm:prSet>
      <dgm:spPr/>
    </dgm:pt>
    <dgm:pt modelId="{CF2A61BE-64D5-4F98-8004-6AE641C5921F}" type="pres">
      <dgm:prSet presAssocID="{3B960B75-F6DB-46A2-989A-B20ECA5A7FD9}" presName="hierChild2" presStyleCnt="0"/>
      <dgm:spPr/>
    </dgm:pt>
    <dgm:pt modelId="{58738E52-76A1-4CD3-886C-253FFF731BB0}" type="pres">
      <dgm:prSet presAssocID="{BF107C10-C36B-4C9E-BDB0-EA0C57C64BB0}" presName="hierRoot1" presStyleCnt="0"/>
      <dgm:spPr/>
    </dgm:pt>
    <dgm:pt modelId="{38036F9E-3692-4F9E-85A1-00E397F71E51}" type="pres">
      <dgm:prSet presAssocID="{BF107C10-C36B-4C9E-BDB0-EA0C57C64BB0}" presName="composite" presStyleCnt="0"/>
      <dgm:spPr/>
    </dgm:pt>
    <dgm:pt modelId="{262167B3-8DC7-452F-8BA8-26A8BD51F642}" type="pres">
      <dgm:prSet presAssocID="{BF107C10-C36B-4C9E-BDB0-EA0C57C64BB0}" presName="background" presStyleLbl="node0" presStyleIdx="1" presStyleCnt="3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</dgm:pt>
    <dgm:pt modelId="{321DC793-F8FF-4075-A149-92F7766B83FE}" type="pres">
      <dgm:prSet presAssocID="{BF107C10-C36B-4C9E-BDB0-EA0C57C64BB0}" presName="text" presStyleLbl="fgAcc0" presStyleIdx="1" presStyleCnt="3">
        <dgm:presLayoutVars>
          <dgm:chPref val="3"/>
        </dgm:presLayoutVars>
      </dgm:prSet>
      <dgm:spPr/>
    </dgm:pt>
    <dgm:pt modelId="{3081151E-1536-40B6-9F07-FCD51A2CFE05}" type="pres">
      <dgm:prSet presAssocID="{BF107C10-C36B-4C9E-BDB0-EA0C57C64BB0}" presName="hierChild2" presStyleCnt="0"/>
      <dgm:spPr/>
    </dgm:pt>
    <dgm:pt modelId="{BE706170-C95F-42F3-A91C-12507F62C453}" type="pres">
      <dgm:prSet presAssocID="{0A233533-4FA2-42A1-9559-1CFE7D64E732}" presName="hierRoot1" presStyleCnt="0"/>
      <dgm:spPr/>
    </dgm:pt>
    <dgm:pt modelId="{68D88E44-1503-4F8A-8400-8FE8FF8CD84A}" type="pres">
      <dgm:prSet presAssocID="{0A233533-4FA2-42A1-9559-1CFE7D64E732}" presName="composite" presStyleCnt="0"/>
      <dgm:spPr/>
    </dgm:pt>
    <dgm:pt modelId="{F0857606-E877-4581-B138-C2F67183B222}" type="pres">
      <dgm:prSet presAssocID="{0A233533-4FA2-42A1-9559-1CFE7D64E732}" presName="background" presStyleLbl="node0" presStyleIdx="2" presStyleCnt="3">
        <dgm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dgm:style>
      </dgm:prSet>
      <dgm:spPr/>
    </dgm:pt>
    <dgm:pt modelId="{8A676D33-EF68-4B95-9FD2-6CDE2478C25B}" type="pres">
      <dgm:prSet presAssocID="{0A233533-4FA2-42A1-9559-1CFE7D64E732}" presName="text" presStyleLbl="fgAcc0" presStyleIdx="2" presStyleCnt="3">
        <dgm:presLayoutVars>
          <dgm:chPref val="3"/>
        </dgm:presLayoutVars>
      </dgm:prSet>
      <dgm:spPr/>
    </dgm:pt>
    <dgm:pt modelId="{2C1E598D-006E-4C13-94A9-279955D2E02C}" type="pres">
      <dgm:prSet presAssocID="{0A233533-4FA2-42A1-9559-1CFE7D64E732}" presName="hierChild2" presStyleCnt="0"/>
      <dgm:spPr/>
    </dgm:pt>
  </dgm:ptLst>
  <dgm:cxnLst>
    <dgm:cxn modelId="{5EFCCE45-FEA0-4F2D-9A9B-6281C137B518}" type="presOf" srcId="{5834B38A-3D63-4A41-9031-846C698B4C6D}" destId="{877337A9-D402-4325-B72D-B03BC16FA612}" srcOrd="0" destOrd="0" presId="urn:microsoft.com/office/officeart/2005/8/layout/hierarchy1"/>
    <dgm:cxn modelId="{44F0956F-360C-4FC1-8D7D-3061C99118B2}" srcId="{5834B38A-3D63-4A41-9031-846C698B4C6D}" destId="{0A233533-4FA2-42A1-9559-1CFE7D64E732}" srcOrd="2" destOrd="0" parTransId="{50477995-D594-4034-B2EF-2F6856C24D3A}" sibTransId="{DBB4D650-4E36-44D0-9ADF-6B95ACA0DBFC}"/>
    <dgm:cxn modelId="{9E646776-0B9D-426A-8C38-FE4CE53D8F61}" type="presOf" srcId="{BF107C10-C36B-4C9E-BDB0-EA0C57C64BB0}" destId="{321DC793-F8FF-4075-A149-92F7766B83FE}" srcOrd="0" destOrd="0" presId="urn:microsoft.com/office/officeart/2005/8/layout/hierarchy1"/>
    <dgm:cxn modelId="{3A52099D-204A-47A5-8CB3-A2404157E883}" type="presOf" srcId="{3B960B75-F6DB-46A2-989A-B20ECA5A7FD9}" destId="{396A2210-38EC-48B9-93A0-C2FFC226FDFB}" srcOrd="0" destOrd="0" presId="urn:microsoft.com/office/officeart/2005/8/layout/hierarchy1"/>
    <dgm:cxn modelId="{8BEEACBE-ECB4-45E1-A785-8B5788F8CB18}" type="presOf" srcId="{0A233533-4FA2-42A1-9559-1CFE7D64E732}" destId="{8A676D33-EF68-4B95-9FD2-6CDE2478C25B}" srcOrd="0" destOrd="0" presId="urn:microsoft.com/office/officeart/2005/8/layout/hierarchy1"/>
    <dgm:cxn modelId="{A14762D2-F723-4A60-855D-B9BECCFB1A09}" srcId="{5834B38A-3D63-4A41-9031-846C698B4C6D}" destId="{BF107C10-C36B-4C9E-BDB0-EA0C57C64BB0}" srcOrd="1" destOrd="0" parTransId="{159B8D73-79E9-4864-950C-5919C17A5CE1}" sibTransId="{3DDFE63C-4332-4140-B522-6CF3925254DD}"/>
    <dgm:cxn modelId="{BD96A2DE-60B3-43C5-8299-17FC4DC997D4}" srcId="{5834B38A-3D63-4A41-9031-846C698B4C6D}" destId="{3B960B75-F6DB-46A2-989A-B20ECA5A7FD9}" srcOrd="0" destOrd="0" parTransId="{B5117F1F-8B77-4E09-A289-5AB3B1EA73AC}" sibTransId="{AECA6103-E6F5-498B-9458-F697F3A8A84E}"/>
    <dgm:cxn modelId="{D24F4235-E11E-489A-899D-C1C8271FCF5B}" type="presParOf" srcId="{877337A9-D402-4325-B72D-B03BC16FA612}" destId="{61A532BF-7D72-43AA-B361-1EEC5780A204}" srcOrd="0" destOrd="0" presId="urn:microsoft.com/office/officeart/2005/8/layout/hierarchy1"/>
    <dgm:cxn modelId="{1633F053-328C-4ED7-AC5D-5B82970B3577}" type="presParOf" srcId="{61A532BF-7D72-43AA-B361-1EEC5780A204}" destId="{8BAE5A95-549F-4F56-8122-E7DEFD8D1901}" srcOrd="0" destOrd="0" presId="urn:microsoft.com/office/officeart/2005/8/layout/hierarchy1"/>
    <dgm:cxn modelId="{B28E941E-5E9F-461E-8E0A-2FD06BC68CF1}" type="presParOf" srcId="{8BAE5A95-549F-4F56-8122-E7DEFD8D1901}" destId="{D28DC2DB-7ED7-4A36-BA10-CED9BDF8BCEC}" srcOrd="0" destOrd="0" presId="urn:microsoft.com/office/officeart/2005/8/layout/hierarchy1"/>
    <dgm:cxn modelId="{3F66B2D7-32FB-4364-8DD7-9D36E3F4DA7A}" type="presParOf" srcId="{8BAE5A95-549F-4F56-8122-E7DEFD8D1901}" destId="{396A2210-38EC-48B9-93A0-C2FFC226FDFB}" srcOrd="1" destOrd="0" presId="urn:microsoft.com/office/officeart/2005/8/layout/hierarchy1"/>
    <dgm:cxn modelId="{CAEA269B-17A3-4F90-8718-AFC7F4A8E7CA}" type="presParOf" srcId="{61A532BF-7D72-43AA-B361-1EEC5780A204}" destId="{CF2A61BE-64D5-4F98-8004-6AE641C5921F}" srcOrd="1" destOrd="0" presId="urn:microsoft.com/office/officeart/2005/8/layout/hierarchy1"/>
    <dgm:cxn modelId="{049C03B3-132D-4B07-86CB-271686558301}" type="presParOf" srcId="{877337A9-D402-4325-B72D-B03BC16FA612}" destId="{58738E52-76A1-4CD3-886C-253FFF731BB0}" srcOrd="1" destOrd="0" presId="urn:microsoft.com/office/officeart/2005/8/layout/hierarchy1"/>
    <dgm:cxn modelId="{2598DCA5-58FD-4AFC-B35B-7D1456C5E23D}" type="presParOf" srcId="{58738E52-76A1-4CD3-886C-253FFF731BB0}" destId="{38036F9E-3692-4F9E-85A1-00E397F71E51}" srcOrd="0" destOrd="0" presId="urn:microsoft.com/office/officeart/2005/8/layout/hierarchy1"/>
    <dgm:cxn modelId="{0A98AB05-469F-4F78-A654-B4068D293F71}" type="presParOf" srcId="{38036F9E-3692-4F9E-85A1-00E397F71E51}" destId="{262167B3-8DC7-452F-8BA8-26A8BD51F642}" srcOrd="0" destOrd="0" presId="urn:microsoft.com/office/officeart/2005/8/layout/hierarchy1"/>
    <dgm:cxn modelId="{06820FD1-6E0A-4BC7-9771-09AEBBD6AA5A}" type="presParOf" srcId="{38036F9E-3692-4F9E-85A1-00E397F71E51}" destId="{321DC793-F8FF-4075-A149-92F7766B83FE}" srcOrd="1" destOrd="0" presId="urn:microsoft.com/office/officeart/2005/8/layout/hierarchy1"/>
    <dgm:cxn modelId="{E94FD353-5D18-4352-A0C2-C812C66A327A}" type="presParOf" srcId="{58738E52-76A1-4CD3-886C-253FFF731BB0}" destId="{3081151E-1536-40B6-9F07-FCD51A2CFE05}" srcOrd="1" destOrd="0" presId="urn:microsoft.com/office/officeart/2005/8/layout/hierarchy1"/>
    <dgm:cxn modelId="{A946F485-7196-42AC-99B0-034851E96DF8}" type="presParOf" srcId="{877337A9-D402-4325-B72D-B03BC16FA612}" destId="{BE706170-C95F-42F3-A91C-12507F62C453}" srcOrd="2" destOrd="0" presId="urn:microsoft.com/office/officeart/2005/8/layout/hierarchy1"/>
    <dgm:cxn modelId="{AD2A09EC-4A97-4730-B225-E21D3FFF70D2}" type="presParOf" srcId="{BE706170-C95F-42F3-A91C-12507F62C453}" destId="{68D88E44-1503-4F8A-8400-8FE8FF8CD84A}" srcOrd="0" destOrd="0" presId="urn:microsoft.com/office/officeart/2005/8/layout/hierarchy1"/>
    <dgm:cxn modelId="{6CD49C29-377F-4B56-B518-72734F93D955}" type="presParOf" srcId="{68D88E44-1503-4F8A-8400-8FE8FF8CD84A}" destId="{F0857606-E877-4581-B138-C2F67183B222}" srcOrd="0" destOrd="0" presId="urn:microsoft.com/office/officeart/2005/8/layout/hierarchy1"/>
    <dgm:cxn modelId="{5DDDC953-B178-41B4-871D-B5366BA62167}" type="presParOf" srcId="{68D88E44-1503-4F8A-8400-8FE8FF8CD84A}" destId="{8A676D33-EF68-4B95-9FD2-6CDE2478C25B}" srcOrd="1" destOrd="0" presId="urn:microsoft.com/office/officeart/2005/8/layout/hierarchy1"/>
    <dgm:cxn modelId="{F90D4028-E284-41EA-A9D2-F03D24F357F5}" type="presParOf" srcId="{BE706170-C95F-42F3-A91C-12507F62C453}" destId="{2C1E598D-006E-4C13-94A9-279955D2E02C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59CF76A-04B5-4CF5-B393-41CF2F9F0C09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4EB6323-35D5-4FF1-99BB-BDB07525B249}">
      <dgm:prSet/>
      <dgm:spPr/>
      <dgm:t>
        <a:bodyPr/>
        <a:lstStyle/>
        <a:p>
          <a:r>
            <a:rPr lang="en-IN" dirty="0"/>
            <a:t>Simple Reflex Agents</a:t>
          </a:r>
          <a:endParaRPr lang="en-US" dirty="0"/>
        </a:p>
      </dgm:t>
    </dgm:pt>
    <dgm:pt modelId="{D0E19BE7-D06C-4812-BD32-B62349E1F788}" type="parTrans" cxnId="{2477943E-C343-4828-9C09-ED2911D2C10C}">
      <dgm:prSet/>
      <dgm:spPr/>
      <dgm:t>
        <a:bodyPr/>
        <a:lstStyle/>
        <a:p>
          <a:endParaRPr lang="en-US"/>
        </a:p>
      </dgm:t>
    </dgm:pt>
    <dgm:pt modelId="{B35DF16C-AF75-4E21-B570-BBCB49623B21}" type="sibTrans" cxnId="{2477943E-C343-4828-9C09-ED2911D2C10C}">
      <dgm:prSet/>
      <dgm:spPr/>
      <dgm:t>
        <a:bodyPr/>
        <a:lstStyle/>
        <a:p>
          <a:endParaRPr lang="en-US"/>
        </a:p>
      </dgm:t>
    </dgm:pt>
    <dgm:pt modelId="{FA12B575-6049-4461-B90F-884C1397AE34}">
      <dgm:prSet/>
      <dgm:spPr/>
      <dgm:t>
        <a:bodyPr/>
        <a:lstStyle/>
        <a:p>
          <a:r>
            <a:rPr lang="en-IN" dirty="0"/>
            <a:t>Model Based Agents</a:t>
          </a:r>
          <a:endParaRPr lang="en-US" dirty="0"/>
        </a:p>
      </dgm:t>
    </dgm:pt>
    <dgm:pt modelId="{895156FE-F3E4-4DDD-95C8-86C526DC7818}" type="parTrans" cxnId="{758B0974-FFE9-4C0E-85DE-FC0E0F1753ED}">
      <dgm:prSet/>
      <dgm:spPr/>
      <dgm:t>
        <a:bodyPr/>
        <a:lstStyle/>
        <a:p>
          <a:endParaRPr lang="en-US"/>
        </a:p>
      </dgm:t>
    </dgm:pt>
    <dgm:pt modelId="{89F414F8-6DB3-4E9D-A3BF-50EB4CFB91EC}" type="sibTrans" cxnId="{758B0974-FFE9-4C0E-85DE-FC0E0F1753ED}">
      <dgm:prSet/>
      <dgm:spPr/>
      <dgm:t>
        <a:bodyPr/>
        <a:lstStyle/>
        <a:p>
          <a:endParaRPr lang="en-US"/>
        </a:p>
      </dgm:t>
    </dgm:pt>
    <dgm:pt modelId="{BB123694-CE2B-4A82-A3F4-FF384881AB73}">
      <dgm:prSet/>
      <dgm:spPr/>
      <dgm:t>
        <a:bodyPr/>
        <a:lstStyle/>
        <a:p>
          <a:r>
            <a:rPr lang="en-IN" dirty="0"/>
            <a:t>Utility Based Agents</a:t>
          </a:r>
          <a:endParaRPr lang="en-US" dirty="0"/>
        </a:p>
      </dgm:t>
    </dgm:pt>
    <dgm:pt modelId="{9C1965CA-CBEC-4321-B177-4E80BF3353FB}" type="parTrans" cxnId="{A09BA7E3-4EB5-4D49-B3E9-DBF49A2576D6}">
      <dgm:prSet/>
      <dgm:spPr/>
      <dgm:t>
        <a:bodyPr/>
        <a:lstStyle/>
        <a:p>
          <a:endParaRPr lang="en-US"/>
        </a:p>
      </dgm:t>
    </dgm:pt>
    <dgm:pt modelId="{8B9262E7-0207-4B71-90B4-230B6E50525E}" type="sibTrans" cxnId="{A09BA7E3-4EB5-4D49-B3E9-DBF49A2576D6}">
      <dgm:prSet/>
      <dgm:spPr/>
      <dgm:t>
        <a:bodyPr/>
        <a:lstStyle/>
        <a:p>
          <a:endParaRPr lang="en-US"/>
        </a:p>
      </dgm:t>
    </dgm:pt>
    <dgm:pt modelId="{3F69BB27-94E0-44E7-9E35-1258FC9764CC}">
      <dgm:prSet/>
      <dgm:spPr/>
      <dgm:t>
        <a:bodyPr/>
        <a:lstStyle/>
        <a:p>
          <a:r>
            <a:rPr lang="en-IN" dirty="0"/>
            <a:t>Goal Based Agents</a:t>
          </a:r>
          <a:endParaRPr lang="en-US" dirty="0"/>
        </a:p>
      </dgm:t>
    </dgm:pt>
    <dgm:pt modelId="{1E8F8168-A495-46F5-B896-D128B248001E}" type="parTrans" cxnId="{045DA6F8-7E5F-4713-B072-136E31120010}">
      <dgm:prSet/>
      <dgm:spPr/>
      <dgm:t>
        <a:bodyPr/>
        <a:lstStyle/>
        <a:p>
          <a:endParaRPr lang="en-US"/>
        </a:p>
      </dgm:t>
    </dgm:pt>
    <dgm:pt modelId="{C8671C97-20E9-4F09-A469-3C2DB9CEAD2F}" type="sibTrans" cxnId="{045DA6F8-7E5F-4713-B072-136E31120010}">
      <dgm:prSet/>
      <dgm:spPr/>
      <dgm:t>
        <a:bodyPr/>
        <a:lstStyle/>
        <a:p>
          <a:endParaRPr lang="en-US"/>
        </a:p>
      </dgm:t>
    </dgm:pt>
    <dgm:pt modelId="{389FC290-4128-4EEA-925F-3594C1261119}">
      <dgm:prSet/>
      <dgm:spPr/>
      <dgm:t>
        <a:bodyPr/>
        <a:lstStyle/>
        <a:p>
          <a:r>
            <a:rPr lang="en-IN" dirty="0"/>
            <a:t>Learning  Agents</a:t>
          </a:r>
          <a:endParaRPr lang="en-US" dirty="0"/>
        </a:p>
      </dgm:t>
    </dgm:pt>
    <dgm:pt modelId="{66B146EC-7281-466A-AE49-FF6664EF9588}" type="parTrans" cxnId="{381F84CE-DE9D-4A4E-A57C-53F44B240FE8}">
      <dgm:prSet/>
      <dgm:spPr/>
      <dgm:t>
        <a:bodyPr/>
        <a:lstStyle/>
        <a:p>
          <a:endParaRPr lang="en-US"/>
        </a:p>
      </dgm:t>
    </dgm:pt>
    <dgm:pt modelId="{EDA4450A-EBD6-44B0-88B7-D764404C3146}" type="sibTrans" cxnId="{381F84CE-DE9D-4A4E-A57C-53F44B240FE8}">
      <dgm:prSet/>
      <dgm:spPr/>
      <dgm:t>
        <a:bodyPr/>
        <a:lstStyle/>
        <a:p>
          <a:endParaRPr lang="en-US"/>
        </a:p>
      </dgm:t>
    </dgm:pt>
    <dgm:pt modelId="{FA51727E-B262-4144-9BD3-33BE18CB827D}" type="pres">
      <dgm:prSet presAssocID="{959CF76A-04B5-4CF5-B393-41CF2F9F0C0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5343DCD-9176-4808-ADD8-761674C5D6BA}" type="pres">
      <dgm:prSet presAssocID="{04EB6323-35D5-4FF1-99BB-BDB07525B249}" presName="hierRoot1" presStyleCnt="0"/>
      <dgm:spPr/>
    </dgm:pt>
    <dgm:pt modelId="{5E72AD3E-F02E-4270-A6DD-967BD1D6C777}" type="pres">
      <dgm:prSet presAssocID="{04EB6323-35D5-4FF1-99BB-BDB07525B249}" presName="composite" presStyleCnt="0"/>
      <dgm:spPr/>
    </dgm:pt>
    <dgm:pt modelId="{D4613155-D646-4639-8F75-F0E8CB800D70}" type="pres">
      <dgm:prSet presAssocID="{04EB6323-35D5-4FF1-99BB-BDB07525B249}" presName="background" presStyleLbl="node0" presStyleIdx="0" presStyleCnt="5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dgm:style>
      </dgm:prSet>
      <dgm:spPr>
        <a:noFill/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dgm:spPr>
    </dgm:pt>
    <dgm:pt modelId="{5B01B400-FD87-41D5-98AB-846D5111B521}" type="pres">
      <dgm:prSet presAssocID="{04EB6323-35D5-4FF1-99BB-BDB07525B249}" presName="text" presStyleLbl="fgAcc0" presStyleIdx="0" presStyleCnt="5">
        <dgm:presLayoutVars>
          <dgm:chPref val="3"/>
        </dgm:presLayoutVars>
      </dgm:prSet>
      <dgm:spPr/>
    </dgm:pt>
    <dgm:pt modelId="{81792DC3-8252-43C1-8F4C-A6C380310912}" type="pres">
      <dgm:prSet presAssocID="{04EB6323-35D5-4FF1-99BB-BDB07525B249}" presName="hierChild2" presStyleCnt="0"/>
      <dgm:spPr/>
    </dgm:pt>
    <dgm:pt modelId="{1DE5C238-F9B7-461A-A0DA-E8B3AC1FC6E7}" type="pres">
      <dgm:prSet presAssocID="{FA12B575-6049-4461-B90F-884C1397AE34}" presName="hierRoot1" presStyleCnt="0"/>
      <dgm:spPr/>
    </dgm:pt>
    <dgm:pt modelId="{B5B26E6B-EBA2-48B8-8E7D-DB4494287E62}" type="pres">
      <dgm:prSet presAssocID="{FA12B575-6049-4461-B90F-884C1397AE34}" presName="composite" presStyleCnt="0"/>
      <dgm:spPr/>
    </dgm:pt>
    <dgm:pt modelId="{8FEBD691-FAB3-4E6C-AD50-8C84E38648D5}" type="pres">
      <dgm:prSet presAssocID="{FA12B575-6049-4461-B90F-884C1397AE34}" presName="background" presStyleLbl="node0" presStyleIdx="1" presStyleCnt="5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dgm:style>
      </dgm:prSet>
      <dgm:spPr>
        <a:noFill/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dgm:spPr>
    </dgm:pt>
    <dgm:pt modelId="{60E45FCB-2089-4B5B-AF5C-09BE54EADE1C}" type="pres">
      <dgm:prSet presAssocID="{FA12B575-6049-4461-B90F-884C1397AE34}" presName="text" presStyleLbl="fgAcc0" presStyleIdx="1" presStyleCnt="5">
        <dgm:presLayoutVars>
          <dgm:chPref val="3"/>
        </dgm:presLayoutVars>
      </dgm:prSet>
      <dgm:spPr/>
    </dgm:pt>
    <dgm:pt modelId="{DA187E4D-363C-422D-BC9C-6218D488081A}" type="pres">
      <dgm:prSet presAssocID="{FA12B575-6049-4461-B90F-884C1397AE34}" presName="hierChild2" presStyleCnt="0"/>
      <dgm:spPr/>
    </dgm:pt>
    <dgm:pt modelId="{D9A21156-050B-4592-944A-98BCDFAA951A}" type="pres">
      <dgm:prSet presAssocID="{BB123694-CE2B-4A82-A3F4-FF384881AB73}" presName="hierRoot1" presStyleCnt="0"/>
      <dgm:spPr/>
    </dgm:pt>
    <dgm:pt modelId="{6EAAF5D2-77BA-4F65-B58B-2F9864C2C471}" type="pres">
      <dgm:prSet presAssocID="{BB123694-CE2B-4A82-A3F4-FF384881AB73}" presName="composite" presStyleCnt="0"/>
      <dgm:spPr/>
    </dgm:pt>
    <dgm:pt modelId="{D871898E-24CB-43B9-B2DF-1047C077F68C}" type="pres">
      <dgm:prSet presAssocID="{BB123694-CE2B-4A82-A3F4-FF384881AB73}" presName="background" presStyleLbl="node0" presStyleIdx="2" presStyleCnt="5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dgm:style>
      </dgm:prSet>
      <dgm:spPr>
        <a:noFill/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dgm:spPr>
    </dgm:pt>
    <dgm:pt modelId="{07BAB133-B600-419E-9B08-B9ABD262B1A3}" type="pres">
      <dgm:prSet presAssocID="{BB123694-CE2B-4A82-A3F4-FF384881AB73}" presName="text" presStyleLbl="fgAcc0" presStyleIdx="2" presStyleCnt="5">
        <dgm:presLayoutVars>
          <dgm:chPref val="3"/>
        </dgm:presLayoutVars>
      </dgm:prSet>
      <dgm:spPr/>
    </dgm:pt>
    <dgm:pt modelId="{B013B11C-24A1-42F3-AC12-AED639250618}" type="pres">
      <dgm:prSet presAssocID="{BB123694-CE2B-4A82-A3F4-FF384881AB73}" presName="hierChild2" presStyleCnt="0"/>
      <dgm:spPr/>
    </dgm:pt>
    <dgm:pt modelId="{E42458F4-6D00-47BB-A957-CC639467CA4E}" type="pres">
      <dgm:prSet presAssocID="{3F69BB27-94E0-44E7-9E35-1258FC9764CC}" presName="hierRoot1" presStyleCnt="0"/>
      <dgm:spPr/>
    </dgm:pt>
    <dgm:pt modelId="{10B65401-939E-438E-B172-BA997B2BFAD7}" type="pres">
      <dgm:prSet presAssocID="{3F69BB27-94E0-44E7-9E35-1258FC9764CC}" presName="composite" presStyleCnt="0"/>
      <dgm:spPr/>
    </dgm:pt>
    <dgm:pt modelId="{37123EE7-C92F-4803-A6D2-E4DC5E2586A2}" type="pres">
      <dgm:prSet presAssocID="{3F69BB27-94E0-44E7-9E35-1258FC9764CC}" presName="background" presStyleLbl="node0" presStyleIdx="3" presStyleCnt="5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dgm:style>
      </dgm:prSet>
      <dgm:spPr>
        <a:noFill/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dgm:spPr>
    </dgm:pt>
    <dgm:pt modelId="{F74615DC-FB6D-4388-AA52-06570F3D67FA}" type="pres">
      <dgm:prSet presAssocID="{3F69BB27-94E0-44E7-9E35-1258FC9764CC}" presName="text" presStyleLbl="fgAcc0" presStyleIdx="3" presStyleCnt="5">
        <dgm:presLayoutVars>
          <dgm:chPref val="3"/>
        </dgm:presLayoutVars>
      </dgm:prSet>
      <dgm:spPr/>
    </dgm:pt>
    <dgm:pt modelId="{C1E7D0A5-B322-4328-BEAD-9D22DB898AF1}" type="pres">
      <dgm:prSet presAssocID="{3F69BB27-94E0-44E7-9E35-1258FC9764CC}" presName="hierChild2" presStyleCnt="0"/>
      <dgm:spPr/>
    </dgm:pt>
    <dgm:pt modelId="{B5156DFB-12E3-4167-9C32-3233D1C4D802}" type="pres">
      <dgm:prSet presAssocID="{389FC290-4128-4EEA-925F-3594C1261119}" presName="hierRoot1" presStyleCnt="0"/>
      <dgm:spPr/>
    </dgm:pt>
    <dgm:pt modelId="{ACC050D6-AA48-4E42-9B1B-E149F5188D0D}" type="pres">
      <dgm:prSet presAssocID="{389FC290-4128-4EEA-925F-3594C1261119}" presName="composite" presStyleCnt="0"/>
      <dgm:spPr/>
    </dgm:pt>
    <dgm:pt modelId="{2FC4E7CF-63BF-426B-8B48-F983C1A55D28}" type="pres">
      <dgm:prSet presAssocID="{389FC290-4128-4EEA-925F-3594C1261119}" presName="background" presStyleLbl="node0" presStyleIdx="4" presStyleCnt="5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dgm:style>
      </dgm:prSet>
      <dgm:spPr>
        <a:noFill/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dgm:spPr>
    </dgm:pt>
    <dgm:pt modelId="{DF32023F-FA67-4953-B868-FF8FF45A6C52}" type="pres">
      <dgm:prSet presAssocID="{389FC290-4128-4EEA-925F-3594C1261119}" presName="text" presStyleLbl="fgAcc0" presStyleIdx="4" presStyleCnt="5">
        <dgm:presLayoutVars>
          <dgm:chPref val="3"/>
        </dgm:presLayoutVars>
      </dgm:prSet>
      <dgm:spPr/>
    </dgm:pt>
    <dgm:pt modelId="{E4CA36E6-C6F1-41D7-8112-9B42BA3C9DC5}" type="pres">
      <dgm:prSet presAssocID="{389FC290-4128-4EEA-925F-3594C1261119}" presName="hierChild2" presStyleCnt="0"/>
      <dgm:spPr/>
    </dgm:pt>
  </dgm:ptLst>
  <dgm:cxnLst>
    <dgm:cxn modelId="{2477943E-C343-4828-9C09-ED2911D2C10C}" srcId="{959CF76A-04B5-4CF5-B393-41CF2F9F0C09}" destId="{04EB6323-35D5-4FF1-99BB-BDB07525B249}" srcOrd="0" destOrd="0" parTransId="{D0E19BE7-D06C-4812-BD32-B62349E1F788}" sibTransId="{B35DF16C-AF75-4E21-B570-BBCB49623B21}"/>
    <dgm:cxn modelId="{6710C846-D7D1-40CF-9931-05728528A7D8}" type="presOf" srcId="{389FC290-4128-4EEA-925F-3594C1261119}" destId="{DF32023F-FA67-4953-B868-FF8FF45A6C52}" srcOrd="0" destOrd="0" presId="urn:microsoft.com/office/officeart/2005/8/layout/hierarchy1"/>
    <dgm:cxn modelId="{758B0974-FFE9-4C0E-85DE-FC0E0F1753ED}" srcId="{959CF76A-04B5-4CF5-B393-41CF2F9F0C09}" destId="{FA12B575-6049-4461-B90F-884C1397AE34}" srcOrd="1" destOrd="0" parTransId="{895156FE-F3E4-4DDD-95C8-86C526DC7818}" sibTransId="{89F414F8-6DB3-4E9D-A3BF-50EB4CFB91EC}"/>
    <dgm:cxn modelId="{9C1C3174-389A-42BB-8A4B-953273FDE5DD}" type="presOf" srcId="{04EB6323-35D5-4FF1-99BB-BDB07525B249}" destId="{5B01B400-FD87-41D5-98AB-846D5111B521}" srcOrd="0" destOrd="0" presId="urn:microsoft.com/office/officeart/2005/8/layout/hierarchy1"/>
    <dgm:cxn modelId="{9309C75A-09C7-4917-9570-16A04897C817}" type="presOf" srcId="{BB123694-CE2B-4A82-A3F4-FF384881AB73}" destId="{07BAB133-B600-419E-9B08-B9ABD262B1A3}" srcOrd="0" destOrd="0" presId="urn:microsoft.com/office/officeart/2005/8/layout/hierarchy1"/>
    <dgm:cxn modelId="{D6000683-55A6-4F1F-AFB2-3211BE812935}" type="presOf" srcId="{FA12B575-6049-4461-B90F-884C1397AE34}" destId="{60E45FCB-2089-4B5B-AF5C-09BE54EADE1C}" srcOrd="0" destOrd="0" presId="urn:microsoft.com/office/officeart/2005/8/layout/hierarchy1"/>
    <dgm:cxn modelId="{88BFEDAC-596A-4B2C-9FA3-3C7EF6CCF42B}" type="presOf" srcId="{3F69BB27-94E0-44E7-9E35-1258FC9764CC}" destId="{F74615DC-FB6D-4388-AA52-06570F3D67FA}" srcOrd="0" destOrd="0" presId="urn:microsoft.com/office/officeart/2005/8/layout/hierarchy1"/>
    <dgm:cxn modelId="{381F84CE-DE9D-4A4E-A57C-53F44B240FE8}" srcId="{959CF76A-04B5-4CF5-B393-41CF2F9F0C09}" destId="{389FC290-4128-4EEA-925F-3594C1261119}" srcOrd="4" destOrd="0" parTransId="{66B146EC-7281-466A-AE49-FF6664EF9588}" sibTransId="{EDA4450A-EBD6-44B0-88B7-D764404C3146}"/>
    <dgm:cxn modelId="{A09BA7E3-4EB5-4D49-B3E9-DBF49A2576D6}" srcId="{959CF76A-04B5-4CF5-B393-41CF2F9F0C09}" destId="{BB123694-CE2B-4A82-A3F4-FF384881AB73}" srcOrd="2" destOrd="0" parTransId="{9C1965CA-CBEC-4321-B177-4E80BF3353FB}" sibTransId="{8B9262E7-0207-4B71-90B4-230B6E50525E}"/>
    <dgm:cxn modelId="{045DA6F8-7E5F-4713-B072-136E31120010}" srcId="{959CF76A-04B5-4CF5-B393-41CF2F9F0C09}" destId="{3F69BB27-94E0-44E7-9E35-1258FC9764CC}" srcOrd="3" destOrd="0" parTransId="{1E8F8168-A495-46F5-B896-D128B248001E}" sibTransId="{C8671C97-20E9-4F09-A469-3C2DB9CEAD2F}"/>
    <dgm:cxn modelId="{76FB33FE-DAAC-4A19-BE75-E1CDC6E370DD}" type="presOf" srcId="{959CF76A-04B5-4CF5-B393-41CF2F9F0C09}" destId="{FA51727E-B262-4144-9BD3-33BE18CB827D}" srcOrd="0" destOrd="0" presId="urn:microsoft.com/office/officeart/2005/8/layout/hierarchy1"/>
    <dgm:cxn modelId="{D483F5A0-9ADC-44EF-B733-62499A40FFA4}" type="presParOf" srcId="{FA51727E-B262-4144-9BD3-33BE18CB827D}" destId="{45343DCD-9176-4808-ADD8-761674C5D6BA}" srcOrd="0" destOrd="0" presId="urn:microsoft.com/office/officeart/2005/8/layout/hierarchy1"/>
    <dgm:cxn modelId="{D98FA85A-6FDC-4814-AC4E-CAB49D508A60}" type="presParOf" srcId="{45343DCD-9176-4808-ADD8-761674C5D6BA}" destId="{5E72AD3E-F02E-4270-A6DD-967BD1D6C777}" srcOrd="0" destOrd="0" presId="urn:microsoft.com/office/officeart/2005/8/layout/hierarchy1"/>
    <dgm:cxn modelId="{C766ABC5-39B0-4CAD-AC9B-0F70C685414E}" type="presParOf" srcId="{5E72AD3E-F02E-4270-A6DD-967BD1D6C777}" destId="{D4613155-D646-4639-8F75-F0E8CB800D70}" srcOrd="0" destOrd="0" presId="urn:microsoft.com/office/officeart/2005/8/layout/hierarchy1"/>
    <dgm:cxn modelId="{96916ABA-792F-4AC3-9D89-EFB09E4389E4}" type="presParOf" srcId="{5E72AD3E-F02E-4270-A6DD-967BD1D6C777}" destId="{5B01B400-FD87-41D5-98AB-846D5111B521}" srcOrd="1" destOrd="0" presId="urn:microsoft.com/office/officeart/2005/8/layout/hierarchy1"/>
    <dgm:cxn modelId="{E9D3247B-7B68-4884-8C32-F6FA5ED86569}" type="presParOf" srcId="{45343DCD-9176-4808-ADD8-761674C5D6BA}" destId="{81792DC3-8252-43C1-8F4C-A6C380310912}" srcOrd="1" destOrd="0" presId="urn:microsoft.com/office/officeart/2005/8/layout/hierarchy1"/>
    <dgm:cxn modelId="{07BB266A-EE2C-4373-9E71-FF870B076372}" type="presParOf" srcId="{FA51727E-B262-4144-9BD3-33BE18CB827D}" destId="{1DE5C238-F9B7-461A-A0DA-E8B3AC1FC6E7}" srcOrd="1" destOrd="0" presId="urn:microsoft.com/office/officeart/2005/8/layout/hierarchy1"/>
    <dgm:cxn modelId="{6D805872-AC4C-4976-A99E-5EBD998374AF}" type="presParOf" srcId="{1DE5C238-F9B7-461A-A0DA-E8B3AC1FC6E7}" destId="{B5B26E6B-EBA2-48B8-8E7D-DB4494287E62}" srcOrd="0" destOrd="0" presId="urn:microsoft.com/office/officeart/2005/8/layout/hierarchy1"/>
    <dgm:cxn modelId="{30DBDF15-7544-4AB2-9DA9-EAC825F74BEE}" type="presParOf" srcId="{B5B26E6B-EBA2-48B8-8E7D-DB4494287E62}" destId="{8FEBD691-FAB3-4E6C-AD50-8C84E38648D5}" srcOrd="0" destOrd="0" presId="urn:microsoft.com/office/officeart/2005/8/layout/hierarchy1"/>
    <dgm:cxn modelId="{4F5C0AEC-55D1-4F34-AAEC-7C0A39CEF01B}" type="presParOf" srcId="{B5B26E6B-EBA2-48B8-8E7D-DB4494287E62}" destId="{60E45FCB-2089-4B5B-AF5C-09BE54EADE1C}" srcOrd="1" destOrd="0" presId="urn:microsoft.com/office/officeart/2005/8/layout/hierarchy1"/>
    <dgm:cxn modelId="{047F8858-B979-407C-8F46-0C1D52B7EB09}" type="presParOf" srcId="{1DE5C238-F9B7-461A-A0DA-E8B3AC1FC6E7}" destId="{DA187E4D-363C-422D-BC9C-6218D488081A}" srcOrd="1" destOrd="0" presId="urn:microsoft.com/office/officeart/2005/8/layout/hierarchy1"/>
    <dgm:cxn modelId="{1BE838CC-05CD-4C16-8017-0A3EBFAB4502}" type="presParOf" srcId="{FA51727E-B262-4144-9BD3-33BE18CB827D}" destId="{D9A21156-050B-4592-944A-98BCDFAA951A}" srcOrd="2" destOrd="0" presId="urn:microsoft.com/office/officeart/2005/8/layout/hierarchy1"/>
    <dgm:cxn modelId="{E396C8A1-ACB6-481E-BCA5-8F285D5E97F7}" type="presParOf" srcId="{D9A21156-050B-4592-944A-98BCDFAA951A}" destId="{6EAAF5D2-77BA-4F65-B58B-2F9864C2C471}" srcOrd="0" destOrd="0" presId="urn:microsoft.com/office/officeart/2005/8/layout/hierarchy1"/>
    <dgm:cxn modelId="{6F0F27A0-D1F6-4305-A8CE-4F7BE2EDD2B6}" type="presParOf" srcId="{6EAAF5D2-77BA-4F65-B58B-2F9864C2C471}" destId="{D871898E-24CB-43B9-B2DF-1047C077F68C}" srcOrd="0" destOrd="0" presId="urn:microsoft.com/office/officeart/2005/8/layout/hierarchy1"/>
    <dgm:cxn modelId="{F7554363-5326-4303-8AA8-9A8312D97AA8}" type="presParOf" srcId="{6EAAF5D2-77BA-4F65-B58B-2F9864C2C471}" destId="{07BAB133-B600-419E-9B08-B9ABD262B1A3}" srcOrd="1" destOrd="0" presId="urn:microsoft.com/office/officeart/2005/8/layout/hierarchy1"/>
    <dgm:cxn modelId="{D7E94289-DBCA-46BA-B7C3-E6E76B602752}" type="presParOf" srcId="{D9A21156-050B-4592-944A-98BCDFAA951A}" destId="{B013B11C-24A1-42F3-AC12-AED639250618}" srcOrd="1" destOrd="0" presId="urn:microsoft.com/office/officeart/2005/8/layout/hierarchy1"/>
    <dgm:cxn modelId="{4498C489-ACB7-42F5-8540-7F798D3979CF}" type="presParOf" srcId="{FA51727E-B262-4144-9BD3-33BE18CB827D}" destId="{E42458F4-6D00-47BB-A957-CC639467CA4E}" srcOrd="3" destOrd="0" presId="urn:microsoft.com/office/officeart/2005/8/layout/hierarchy1"/>
    <dgm:cxn modelId="{E06EBF2C-8C6E-4975-8153-4C97AF65B2D6}" type="presParOf" srcId="{E42458F4-6D00-47BB-A957-CC639467CA4E}" destId="{10B65401-939E-438E-B172-BA997B2BFAD7}" srcOrd="0" destOrd="0" presId="urn:microsoft.com/office/officeart/2005/8/layout/hierarchy1"/>
    <dgm:cxn modelId="{F09BE9CF-3381-431D-9AD7-7DA2CCF57EF7}" type="presParOf" srcId="{10B65401-939E-438E-B172-BA997B2BFAD7}" destId="{37123EE7-C92F-4803-A6D2-E4DC5E2586A2}" srcOrd="0" destOrd="0" presId="urn:microsoft.com/office/officeart/2005/8/layout/hierarchy1"/>
    <dgm:cxn modelId="{123E75AF-819E-45F5-8FEA-A59BCF73205B}" type="presParOf" srcId="{10B65401-939E-438E-B172-BA997B2BFAD7}" destId="{F74615DC-FB6D-4388-AA52-06570F3D67FA}" srcOrd="1" destOrd="0" presId="urn:microsoft.com/office/officeart/2005/8/layout/hierarchy1"/>
    <dgm:cxn modelId="{ED47EA4F-89EC-45B4-8829-B793BADDD4DC}" type="presParOf" srcId="{E42458F4-6D00-47BB-A957-CC639467CA4E}" destId="{C1E7D0A5-B322-4328-BEAD-9D22DB898AF1}" srcOrd="1" destOrd="0" presId="urn:microsoft.com/office/officeart/2005/8/layout/hierarchy1"/>
    <dgm:cxn modelId="{9661DFA3-5E82-4C37-859A-E0492078F5CF}" type="presParOf" srcId="{FA51727E-B262-4144-9BD3-33BE18CB827D}" destId="{B5156DFB-12E3-4167-9C32-3233D1C4D802}" srcOrd="4" destOrd="0" presId="urn:microsoft.com/office/officeart/2005/8/layout/hierarchy1"/>
    <dgm:cxn modelId="{0CEBF763-FC26-4170-A30A-482355196DB0}" type="presParOf" srcId="{B5156DFB-12E3-4167-9C32-3233D1C4D802}" destId="{ACC050D6-AA48-4E42-9B1B-E149F5188D0D}" srcOrd="0" destOrd="0" presId="urn:microsoft.com/office/officeart/2005/8/layout/hierarchy1"/>
    <dgm:cxn modelId="{370C1FA3-4BF3-4794-B76F-635EEDD5EC96}" type="presParOf" srcId="{ACC050D6-AA48-4E42-9B1B-E149F5188D0D}" destId="{2FC4E7CF-63BF-426B-8B48-F983C1A55D28}" srcOrd="0" destOrd="0" presId="urn:microsoft.com/office/officeart/2005/8/layout/hierarchy1"/>
    <dgm:cxn modelId="{DD69D0E9-FBFF-4469-8D39-5F4F0A2F178C}" type="presParOf" srcId="{ACC050D6-AA48-4E42-9B1B-E149F5188D0D}" destId="{DF32023F-FA67-4953-B868-FF8FF45A6C52}" srcOrd="1" destOrd="0" presId="urn:microsoft.com/office/officeart/2005/8/layout/hierarchy1"/>
    <dgm:cxn modelId="{152DAE0A-C7B4-467C-90D1-6741A355A9EA}" type="presParOf" srcId="{B5156DFB-12E3-4167-9C32-3233D1C4D802}" destId="{E4CA36E6-C6F1-41D7-8112-9B42BA3C9DC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FE6013F-877A-4E13-A98D-4F235B45C76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0C0BFC7-3A89-4C8F-AF59-7B2F3BF1D169}">
      <dgm:prSet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dgm:style>
      </dgm:prSet>
      <dgm:spPr>
        <a:noFill/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dgm:spPr>
      <dgm:t>
        <a:bodyPr/>
        <a:lstStyle/>
        <a:p>
          <a:pPr algn="ctr"/>
          <a:r>
            <a:rPr lang="en-IN" dirty="0"/>
            <a:t> Acts only on current percept (location &amp; status)</a:t>
          </a:r>
          <a:endParaRPr lang="en-US" dirty="0"/>
        </a:p>
      </dgm:t>
    </dgm:pt>
    <dgm:pt modelId="{F212E156-2B09-4796-A46A-B86C8D3D3AB4}" type="parTrans" cxnId="{BE2569DC-CD04-4703-A146-0866A26DEB02}">
      <dgm:prSet/>
      <dgm:spPr/>
      <dgm:t>
        <a:bodyPr/>
        <a:lstStyle/>
        <a:p>
          <a:pPr algn="ctr"/>
          <a:endParaRPr lang="en-US"/>
        </a:p>
      </dgm:t>
    </dgm:pt>
    <dgm:pt modelId="{95B4F3F6-DFE3-4F1E-8CCD-6F2A480873AD}" type="sibTrans" cxnId="{BE2569DC-CD04-4703-A146-0866A26DEB02}">
      <dgm:prSet/>
      <dgm:spPr/>
      <dgm:t>
        <a:bodyPr/>
        <a:lstStyle/>
        <a:p>
          <a:pPr algn="ctr"/>
          <a:endParaRPr lang="en-US"/>
        </a:p>
      </dgm:t>
    </dgm:pt>
    <dgm:pt modelId="{E4EFCA68-11F2-4B6B-9819-844505351F2A}">
      <dgm:prSet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dgm:style>
      </dgm:prSet>
      <dgm:spPr>
        <a:noFill/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dgm:spPr>
      <dgm:t>
        <a:bodyPr/>
        <a:lstStyle/>
        <a:p>
          <a:pPr algn="ctr"/>
          <a:r>
            <a:rPr lang="en-IN" dirty="0"/>
            <a:t>If dirty → Suck</a:t>
          </a:r>
          <a:endParaRPr lang="en-US" dirty="0"/>
        </a:p>
      </dgm:t>
    </dgm:pt>
    <dgm:pt modelId="{2FA89B82-EF48-4AAA-8416-9A1B44E7B337}" type="parTrans" cxnId="{A6676BB9-6347-44B1-AF07-2F5585083700}">
      <dgm:prSet/>
      <dgm:spPr/>
      <dgm:t>
        <a:bodyPr/>
        <a:lstStyle/>
        <a:p>
          <a:pPr algn="ctr"/>
          <a:endParaRPr lang="en-US"/>
        </a:p>
      </dgm:t>
    </dgm:pt>
    <dgm:pt modelId="{CF6432EB-5336-4BB9-8C19-4766BFA84748}" type="sibTrans" cxnId="{A6676BB9-6347-44B1-AF07-2F5585083700}">
      <dgm:prSet/>
      <dgm:spPr/>
      <dgm:t>
        <a:bodyPr/>
        <a:lstStyle/>
        <a:p>
          <a:pPr algn="ctr"/>
          <a:endParaRPr lang="en-US"/>
        </a:p>
      </dgm:t>
    </dgm:pt>
    <dgm:pt modelId="{6A6F5FB0-EDE5-43ED-A004-39BD10B70C8A}">
      <dgm:prSet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dgm:style>
      </dgm:prSet>
      <dgm:spPr>
        <a:noFill/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dgm:spPr>
      <dgm:t>
        <a:bodyPr/>
        <a:lstStyle/>
        <a:p>
          <a:pPr algn="ctr"/>
          <a:r>
            <a:rPr lang="en-IN" dirty="0"/>
            <a:t>If clean at A → Move Right</a:t>
          </a:r>
          <a:endParaRPr lang="en-US" dirty="0"/>
        </a:p>
      </dgm:t>
    </dgm:pt>
    <dgm:pt modelId="{879008AC-E294-4D35-AC44-C6C0569AFF35}" type="parTrans" cxnId="{5300D1F4-3121-4224-A8EC-7D45CF232604}">
      <dgm:prSet/>
      <dgm:spPr/>
      <dgm:t>
        <a:bodyPr/>
        <a:lstStyle/>
        <a:p>
          <a:pPr algn="ctr"/>
          <a:endParaRPr lang="en-US"/>
        </a:p>
      </dgm:t>
    </dgm:pt>
    <dgm:pt modelId="{F5714C73-EC45-4D0E-974B-3DB6CF09F5C9}" type="sibTrans" cxnId="{5300D1F4-3121-4224-A8EC-7D45CF232604}">
      <dgm:prSet/>
      <dgm:spPr/>
      <dgm:t>
        <a:bodyPr/>
        <a:lstStyle/>
        <a:p>
          <a:pPr algn="ctr"/>
          <a:endParaRPr lang="en-US"/>
        </a:p>
      </dgm:t>
    </dgm:pt>
    <dgm:pt modelId="{5DBD5237-54E0-4D23-94E7-F504ED6A68C3}">
      <dgm:prSet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dgm:style>
      </dgm:prSet>
      <dgm:spPr>
        <a:noFill/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dgm:spPr>
      <dgm:t>
        <a:bodyPr/>
        <a:lstStyle/>
        <a:p>
          <a:pPr algn="ctr"/>
          <a:r>
            <a:rPr lang="en-IN" dirty="0"/>
            <a:t> If clean at B → Move Left</a:t>
          </a:r>
          <a:endParaRPr lang="en-US" dirty="0"/>
        </a:p>
      </dgm:t>
    </dgm:pt>
    <dgm:pt modelId="{238AE43B-4B90-40F8-AD60-57003808560E}" type="parTrans" cxnId="{D2F94A90-2607-4002-A86F-6EC422C8147D}">
      <dgm:prSet/>
      <dgm:spPr/>
      <dgm:t>
        <a:bodyPr/>
        <a:lstStyle/>
        <a:p>
          <a:pPr algn="ctr"/>
          <a:endParaRPr lang="en-US"/>
        </a:p>
      </dgm:t>
    </dgm:pt>
    <dgm:pt modelId="{EC257FB0-161C-45A2-B176-08BB6AAD6280}" type="sibTrans" cxnId="{D2F94A90-2607-4002-A86F-6EC422C8147D}">
      <dgm:prSet/>
      <dgm:spPr/>
      <dgm:t>
        <a:bodyPr/>
        <a:lstStyle/>
        <a:p>
          <a:pPr algn="ctr"/>
          <a:endParaRPr lang="en-US"/>
        </a:p>
      </dgm:t>
    </dgm:pt>
    <dgm:pt modelId="{5E40ABCC-060A-40BB-86AA-D4A732BA9BFF}">
      <dgm:prSet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dgm:style>
      </dgm:prSet>
      <dgm:spPr>
        <a:noFill/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dgm:spPr>
      <dgm:t>
        <a:bodyPr/>
        <a:lstStyle/>
        <a:p>
          <a:pPr algn="ctr"/>
          <a:r>
            <a:rPr lang="en-IN" dirty="0"/>
            <a:t>No memory of past actions</a:t>
          </a:r>
          <a:endParaRPr lang="en-US" dirty="0"/>
        </a:p>
      </dgm:t>
    </dgm:pt>
    <dgm:pt modelId="{1F1A58E6-E429-499B-AF2A-3AF7815086CA}" type="parTrans" cxnId="{0BC64A52-A513-40D0-972F-8F2258BA20A6}">
      <dgm:prSet/>
      <dgm:spPr/>
      <dgm:t>
        <a:bodyPr/>
        <a:lstStyle/>
        <a:p>
          <a:pPr algn="ctr"/>
          <a:endParaRPr lang="en-US"/>
        </a:p>
      </dgm:t>
    </dgm:pt>
    <dgm:pt modelId="{1CCFB327-F491-41B1-8233-0C5F830884FF}" type="sibTrans" cxnId="{0BC64A52-A513-40D0-972F-8F2258BA20A6}">
      <dgm:prSet/>
      <dgm:spPr/>
      <dgm:t>
        <a:bodyPr/>
        <a:lstStyle/>
        <a:p>
          <a:pPr algn="ctr"/>
          <a:endParaRPr lang="en-US"/>
        </a:p>
      </dgm:t>
    </dgm:pt>
    <dgm:pt modelId="{ED5274A1-A75A-496F-9890-7FBEAA13A61D}">
      <dgm:prSet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dgm:style>
      </dgm:prSet>
      <dgm:spPr>
        <a:noFill/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dgm:spPr>
      <dgm:t>
        <a:bodyPr/>
        <a:lstStyle/>
        <a:p>
          <a:pPr algn="ctr"/>
          <a:r>
            <a:rPr lang="en-IN" dirty="0"/>
            <a:t>Useful for simple environments</a:t>
          </a:r>
          <a:endParaRPr lang="en-US" dirty="0"/>
        </a:p>
      </dgm:t>
    </dgm:pt>
    <dgm:pt modelId="{1E2662AA-6BE5-42DC-B84A-1AECC3D3ABC5}" type="parTrans" cxnId="{ED6F7AC8-B5D2-49AA-B450-6BFBE6939E26}">
      <dgm:prSet/>
      <dgm:spPr/>
      <dgm:t>
        <a:bodyPr/>
        <a:lstStyle/>
        <a:p>
          <a:pPr algn="ctr"/>
          <a:endParaRPr lang="en-US"/>
        </a:p>
      </dgm:t>
    </dgm:pt>
    <dgm:pt modelId="{8E1DA6A3-2E5C-40F4-A474-BD28CB1A8A2B}" type="sibTrans" cxnId="{ED6F7AC8-B5D2-49AA-B450-6BFBE6939E26}">
      <dgm:prSet/>
      <dgm:spPr/>
      <dgm:t>
        <a:bodyPr/>
        <a:lstStyle/>
        <a:p>
          <a:pPr algn="ctr"/>
          <a:endParaRPr lang="en-US"/>
        </a:p>
      </dgm:t>
    </dgm:pt>
    <dgm:pt modelId="{D2DA7F61-5FFF-4BFA-A1D8-C057D01A6016}" type="pres">
      <dgm:prSet presAssocID="{2FE6013F-877A-4E13-A98D-4F235B45C769}" presName="linear" presStyleCnt="0">
        <dgm:presLayoutVars>
          <dgm:animLvl val="lvl"/>
          <dgm:resizeHandles val="exact"/>
        </dgm:presLayoutVars>
      </dgm:prSet>
      <dgm:spPr/>
    </dgm:pt>
    <dgm:pt modelId="{1A874CD5-03FA-4C23-BF9C-805318474D19}" type="pres">
      <dgm:prSet presAssocID="{00C0BFC7-3A89-4C8F-AF59-7B2F3BF1D169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666865C6-CB69-4E75-8951-686C2A01D1E2}" type="pres">
      <dgm:prSet presAssocID="{95B4F3F6-DFE3-4F1E-8CCD-6F2A480873AD}" presName="spacer" presStyleCnt="0"/>
      <dgm:spPr/>
    </dgm:pt>
    <dgm:pt modelId="{B47A42B6-5317-4217-A24F-255D1C7BCCB4}" type="pres">
      <dgm:prSet presAssocID="{E4EFCA68-11F2-4B6B-9819-844505351F2A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3B08B0F7-C486-43F0-A7C8-CB652D7D40D8}" type="pres">
      <dgm:prSet presAssocID="{CF6432EB-5336-4BB9-8C19-4766BFA84748}" presName="spacer" presStyleCnt="0"/>
      <dgm:spPr/>
    </dgm:pt>
    <dgm:pt modelId="{AC91A4F5-AE5D-4001-A78F-BAFD347CF3D9}" type="pres">
      <dgm:prSet presAssocID="{6A6F5FB0-EDE5-43ED-A004-39BD10B70C8A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0AB0BC4A-BC7F-4C23-8AB5-29EF7913ED78}" type="pres">
      <dgm:prSet presAssocID="{F5714C73-EC45-4D0E-974B-3DB6CF09F5C9}" presName="spacer" presStyleCnt="0"/>
      <dgm:spPr/>
    </dgm:pt>
    <dgm:pt modelId="{A344F35A-9FC0-4109-B75D-07E67A712AA4}" type="pres">
      <dgm:prSet presAssocID="{5DBD5237-54E0-4D23-94E7-F504ED6A68C3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DA018142-54CD-4DC2-AA9A-EDD9D1851073}" type="pres">
      <dgm:prSet presAssocID="{EC257FB0-161C-45A2-B176-08BB6AAD6280}" presName="spacer" presStyleCnt="0"/>
      <dgm:spPr/>
    </dgm:pt>
    <dgm:pt modelId="{46C32B55-004F-44F8-8D06-7BC117412D61}" type="pres">
      <dgm:prSet presAssocID="{5E40ABCC-060A-40BB-86AA-D4A732BA9BFF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BDF1C8F3-15C0-4EEE-839E-A690174C90FF}" type="pres">
      <dgm:prSet presAssocID="{1CCFB327-F491-41B1-8233-0C5F830884FF}" presName="spacer" presStyleCnt="0"/>
      <dgm:spPr/>
    </dgm:pt>
    <dgm:pt modelId="{BDF49DC3-477D-475A-A99B-39495A84C2F8}" type="pres">
      <dgm:prSet presAssocID="{ED5274A1-A75A-496F-9890-7FBEAA13A61D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9AD81608-74D9-45CE-8B68-E6F6F34E3180}" type="presOf" srcId="{2FE6013F-877A-4E13-A98D-4F235B45C769}" destId="{D2DA7F61-5FFF-4BFA-A1D8-C057D01A6016}" srcOrd="0" destOrd="0" presId="urn:microsoft.com/office/officeart/2005/8/layout/vList2"/>
    <dgm:cxn modelId="{4EB48463-FD6D-49DD-8C56-C56544E8BE3F}" type="presOf" srcId="{00C0BFC7-3A89-4C8F-AF59-7B2F3BF1D169}" destId="{1A874CD5-03FA-4C23-BF9C-805318474D19}" srcOrd="0" destOrd="0" presId="urn:microsoft.com/office/officeart/2005/8/layout/vList2"/>
    <dgm:cxn modelId="{6A4DDD4B-5405-430A-A66E-B19C094F6BCC}" type="presOf" srcId="{5DBD5237-54E0-4D23-94E7-F504ED6A68C3}" destId="{A344F35A-9FC0-4109-B75D-07E67A712AA4}" srcOrd="0" destOrd="0" presId="urn:microsoft.com/office/officeart/2005/8/layout/vList2"/>
    <dgm:cxn modelId="{18C21F6D-89DB-467A-86E4-D5EBC949E408}" type="presOf" srcId="{E4EFCA68-11F2-4B6B-9819-844505351F2A}" destId="{B47A42B6-5317-4217-A24F-255D1C7BCCB4}" srcOrd="0" destOrd="0" presId="urn:microsoft.com/office/officeart/2005/8/layout/vList2"/>
    <dgm:cxn modelId="{0BC64A52-A513-40D0-972F-8F2258BA20A6}" srcId="{2FE6013F-877A-4E13-A98D-4F235B45C769}" destId="{5E40ABCC-060A-40BB-86AA-D4A732BA9BFF}" srcOrd="4" destOrd="0" parTransId="{1F1A58E6-E429-499B-AF2A-3AF7815086CA}" sibTransId="{1CCFB327-F491-41B1-8233-0C5F830884FF}"/>
    <dgm:cxn modelId="{D2F94A90-2607-4002-A86F-6EC422C8147D}" srcId="{2FE6013F-877A-4E13-A98D-4F235B45C769}" destId="{5DBD5237-54E0-4D23-94E7-F504ED6A68C3}" srcOrd="3" destOrd="0" parTransId="{238AE43B-4B90-40F8-AD60-57003808560E}" sibTransId="{EC257FB0-161C-45A2-B176-08BB6AAD6280}"/>
    <dgm:cxn modelId="{AA386E96-0BEB-4DD8-BDE4-D19725952B6A}" type="presOf" srcId="{6A6F5FB0-EDE5-43ED-A004-39BD10B70C8A}" destId="{AC91A4F5-AE5D-4001-A78F-BAFD347CF3D9}" srcOrd="0" destOrd="0" presId="urn:microsoft.com/office/officeart/2005/8/layout/vList2"/>
    <dgm:cxn modelId="{A6676BB9-6347-44B1-AF07-2F5585083700}" srcId="{2FE6013F-877A-4E13-A98D-4F235B45C769}" destId="{E4EFCA68-11F2-4B6B-9819-844505351F2A}" srcOrd="1" destOrd="0" parTransId="{2FA89B82-EF48-4AAA-8416-9A1B44E7B337}" sibTransId="{CF6432EB-5336-4BB9-8C19-4766BFA84748}"/>
    <dgm:cxn modelId="{ED6F7AC8-B5D2-49AA-B450-6BFBE6939E26}" srcId="{2FE6013F-877A-4E13-A98D-4F235B45C769}" destId="{ED5274A1-A75A-496F-9890-7FBEAA13A61D}" srcOrd="5" destOrd="0" parTransId="{1E2662AA-6BE5-42DC-B84A-1AECC3D3ABC5}" sibTransId="{8E1DA6A3-2E5C-40F4-A474-BD28CB1A8A2B}"/>
    <dgm:cxn modelId="{09E75ADA-D42E-428B-95E1-810D4498CC2A}" type="presOf" srcId="{5E40ABCC-060A-40BB-86AA-D4A732BA9BFF}" destId="{46C32B55-004F-44F8-8D06-7BC117412D61}" srcOrd="0" destOrd="0" presId="urn:microsoft.com/office/officeart/2005/8/layout/vList2"/>
    <dgm:cxn modelId="{BE2569DC-CD04-4703-A146-0866A26DEB02}" srcId="{2FE6013F-877A-4E13-A98D-4F235B45C769}" destId="{00C0BFC7-3A89-4C8F-AF59-7B2F3BF1D169}" srcOrd="0" destOrd="0" parTransId="{F212E156-2B09-4796-A46A-B86C8D3D3AB4}" sibTransId="{95B4F3F6-DFE3-4F1E-8CCD-6F2A480873AD}"/>
    <dgm:cxn modelId="{11D0A6E6-3BD6-4D88-BDCE-E69EC089A696}" type="presOf" srcId="{ED5274A1-A75A-496F-9890-7FBEAA13A61D}" destId="{BDF49DC3-477D-475A-A99B-39495A84C2F8}" srcOrd="0" destOrd="0" presId="urn:microsoft.com/office/officeart/2005/8/layout/vList2"/>
    <dgm:cxn modelId="{5300D1F4-3121-4224-A8EC-7D45CF232604}" srcId="{2FE6013F-877A-4E13-A98D-4F235B45C769}" destId="{6A6F5FB0-EDE5-43ED-A004-39BD10B70C8A}" srcOrd="2" destOrd="0" parTransId="{879008AC-E294-4D35-AC44-C6C0569AFF35}" sibTransId="{F5714C73-EC45-4D0E-974B-3DB6CF09F5C9}"/>
    <dgm:cxn modelId="{40B76337-10D4-4823-98E6-E7C0D95FA70D}" type="presParOf" srcId="{D2DA7F61-5FFF-4BFA-A1D8-C057D01A6016}" destId="{1A874CD5-03FA-4C23-BF9C-805318474D19}" srcOrd="0" destOrd="0" presId="urn:microsoft.com/office/officeart/2005/8/layout/vList2"/>
    <dgm:cxn modelId="{8659D884-37C3-4424-9345-2F4E694527ED}" type="presParOf" srcId="{D2DA7F61-5FFF-4BFA-A1D8-C057D01A6016}" destId="{666865C6-CB69-4E75-8951-686C2A01D1E2}" srcOrd="1" destOrd="0" presId="urn:microsoft.com/office/officeart/2005/8/layout/vList2"/>
    <dgm:cxn modelId="{A7DD95ED-1947-4BBA-946F-91070E328A39}" type="presParOf" srcId="{D2DA7F61-5FFF-4BFA-A1D8-C057D01A6016}" destId="{B47A42B6-5317-4217-A24F-255D1C7BCCB4}" srcOrd="2" destOrd="0" presId="urn:microsoft.com/office/officeart/2005/8/layout/vList2"/>
    <dgm:cxn modelId="{E2FC8ABD-EBBE-4D27-8E71-6E2A351053F9}" type="presParOf" srcId="{D2DA7F61-5FFF-4BFA-A1D8-C057D01A6016}" destId="{3B08B0F7-C486-43F0-A7C8-CB652D7D40D8}" srcOrd="3" destOrd="0" presId="urn:microsoft.com/office/officeart/2005/8/layout/vList2"/>
    <dgm:cxn modelId="{012258F6-E4DD-43D9-ACE0-5E8B254B5708}" type="presParOf" srcId="{D2DA7F61-5FFF-4BFA-A1D8-C057D01A6016}" destId="{AC91A4F5-AE5D-4001-A78F-BAFD347CF3D9}" srcOrd="4" destOrd="0" presId="urn:microsoft.com/office/officeart/2005/8/layout/vList2"/>
    <dgm:cxn modelId="{E4974A22-BF0B-46B5-B99D-15E64832D526}" type="presParOf" srcId="{D2DA7F61-5FFF-4BFA-A1D8-C057D01A6016}" destId="{0AB0BC4A-BC7F-4C23-8AB5-29EF7913ED78}" srcOrd="5" destOrd="0" presId="urn:microsoft.com/office/officeart/2005/8/layout/vList2"/>
    <dgm:cxn modelId="{5E7885BC-69D4-421B-A9DD-5C26476DFFC4}" type="presParOf" srcId="{D2DA7F61-5FFF-4BFA-A1D8-C057D01A6016}" destId="{A344F35A-9FC0-4109-B75D-07E67A712AA4}" srcOrd="6" destOrd="0" presId="urn:microsoft.com/office/officeart/2005/8/layout/vList2"/>
    <dgm:cxn modelId="{EC604F5C-A03C-4B4C-9E93-65822E7CF58C}" type="presParOf" srcId="{D2DA7F61-5FFF-4BFA-A1D8-C057D01A6016}" destId="{DA018142-54CD-4DC2-AA9A-EDD9D1851073}" srcOrd="7" destOrd="0" presId="urn:microsoft.com/office/officeart/2005/8/layout/vList2"/>
    <dgm:cxn modelId="{A38A5007-A060-4AA1-9D56-B7A95AD2C3FC}" type="presParOf" srcId="{D2DA7F61-5FFF-4BFA-A1D8-C057D01A6016}" destId="{46C32B55-004F-44F8-8D06-7BC117412D61}" srcOrd="8" destOrd="0" presId="urn:microsoft.com/office/officeart/2005/8/layout/vList2"/>
    <dgm:cxn modelId="{3876AFC0-D9FD-4BEE-8AED-F97055DE1E09}" type="presParOf" srcId="{D2DA7F61-5FFF-4BFA-A1D8-C057D01A6016}" destId="{BDF1C8F3-15C0-4EEE-839E-A690174C90FF}" srcOrd="9" destOrd="0" presId="urn:microsoft.com/office/officeart/2005/8/layout/vList2"/>
    <dgm:cxn modelId="{6FA2A123-FF9C-4EFC-962E-DFF24675A64B}" type="presParOf" srcId="{D2DA7F61-5FFF-4BFA-A1D8-C057D01A6016}" destId="{BDF49DC3-477D-475A-A99B-39495A84C2F8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9E975F4-FE54-4CE8-99EB-9F9110B754C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E07DB1D-497E-4E5F-A4AC-4CC18A54ADD3}">
      <dgm:prSet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dgm:style>
      </dgm:prSet>
      <dgm:spPr>
        <a:noFill/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dgm:spPr>
      <dgm:t>
        <a:bodyPr/>
        <a:lstStyle/>
        <a:p>
          <a:pPr algn="ctr"/>
          <a:r>
            <a:rPr lang="en-IN" dirty="0"/>
            <a:t> Learns from experience using rewards</a:t>
          </a:r>
          <a:endParaRPr lang="en-US" dirty="0"/>
        </a:p>
      </dgm:t>
    </dgm:pt>
    <dgm:pt modelId="{F610A273-3B57-4544-BD35-F12EAE79A77E}" type="parTrans" cxnId="{B8DFCFDC-1086-4F2E-BD3F-8CC0B810A4A9}">
      <dgm:prSet/>
      <dgm:spPr/>
      <dgm:t>
        <a:bodyPr/>
        <a:lstStyle/>
        <a:p>
          <a:pPr algn="ctr"/>
          <a:endParaRPr lang="en-US"/>
        </a:p>
      </dgm:t>
    </dgm:pt>
    <dgm:pt modelId="{7A47F392-58AB-4B62-A775-AA811D2E6E1E}" type="sibTrans" cxnId="{B8DFCFDC-1086-4F2E-BD3F-8CC0B810A4A9}">
      <dgm:prSet/>
      <dgm:spPr/>
      <dgm:t>
        <a:bodyPr/>
        <a:lstStyle/>
        <a:p>
          <a:pPr algn="ctr"/>
          <a:endParaRPr lang="en-US"/>
        </a:p>
      </dgm:t>
    </dgm:pt>
    <dgm:pt modelId="{4AE2AF14-3D97-4F46-A419-5D3F07DCA8F1}">
      <dgm:prSet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dgm:style>
      </dgm:prSet>
      <dgm:spPr>
        <a:noFill/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dgm:spPr>
      <dgm:t>
        <a:bodyPr/>
        <a:lstStyle/>
        <a:p>
          <a:pPr algn="ctr"/>
          <a:r>
            <a:rPr lang="en-IN" dirty="0"/>
            <a:t> Uses Q-values to store action quality</a:t>
          </a:r>
          <a:endParaRPr lang="en-US" dirty="0"/>
        </a:p>
      </dgm:t>
    </dgm:pt>
    <dgm:pt modelId="{0228D99B-65C2-431F-B69E-F69E3B2BF18C}" type="parTrans" cxnId="{99375B5C-1579-4479-B4BA-2F5B6F33DDDC}">
      <dgm:prSet/>
      <dgm:spPr/>
      <dgm:t>
        <a:bodyPr/>
        <a:lstStyle/>
        <a:p>
          <a:pPr algn="ctr"/>
          <a:endParaRPr lang="en-US"/>
        </a:p>
      </dgm:t>
    </dgm:pt>
    <dgm:pt modelId="{AF512FDC-F6C6-4D78-A7E5-19D2EC7CB216}" type="sibTrans" cxnId="{99375B5C-1579-4479-B4BA-2F5B6F33DDDC}">
      <dgm:prSet/>
      <dgm:spPr/>
      <dgm:t>
        <a:bodyPr/>
        <a:lstStyle/>
        <a:p>
          <a:pPr algn="ctr"/>
          <a:endParaRPr lang="en-US"/>
        </a:p>
      </dgm:t>
    </dgm:pt>
    <dgm:pt modelId="{C64A8B59-4AED-4BDE-8F24-7BFBE8C91087}">
      <dgm:prSet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dgm:style>
      </dgm:prSet>
      <dgm:spPr>
        <a:noFill/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dgm:spPr>
      <dgm:t>
        <a:bodyPr/>
        <a:lstStyle/>
        <a:p>
          <a:pPr algn="ctr"/>
          <a:r>
            <a:rPr lang="en-IN" dirty="0"/>
            <a:t> Initially all values = 0</a:t>
          </a:r>
          <a:endParaRPr lang="en-US" dirty="0"/>
        </a:p>
      </dgm:t>
    </dgm:pt>
    <dgm:pt modelId="{5D71BE33-6186-46F7-844D-D4EECAA448E9}" type="parTrans" cxnId="{E5AD9B00-ADF5-4BC1-A48B-A6A5F2137BD9}">
      <dgm:prSet/>
      <dgm:spPr/>
      <dgm:t>
        <a:bodyPr/>
        <a:lstStyle/>
        <a:p>
          <a:pPr algn="ctr"/>
          <a:endParaRPr lang="en-US"/>
        </a:p>
      </dgm:t>
    </dgm:pt>
    <dgm:pt modelId="{B9B61A5A-5C78-48FB-B0FB-E3A3D3D8B9BC}" type="sibTrans" cxnId="{E5AD9B00-ADF5-4BC1-A48B-A6A5F2137BD9}">
      <dgm:prSet/>
      <dgm:spPr/>
      <dgm:t>
        <a:bodyPr/>
        <a:lstStyle/>
        <a:p>
          <a:pPr algn="ctr"/>
          <a:endParaRPr lang="en-US"/>
        </a:p>
      </dgm:t>
    </dgm:pt>
    <dgm:pt modelId="{B4E05682-B863-4E16-AA24-70D406195C71}">
      <dgm:prSet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dgm:style>
      </dgm:prSet>
      <dgm:spPr>
        <a:noFill/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dgm:spPr>
      <dgm:t>
        <a:bodyPr/>
        <a:lstStyle/>
        <a:p>
          <a:pPr algn="ctr"/>
          <a:r>
            <a:rPr lang="en-IN" dirty="0"/>
            <a:t> After learning: Q[action] += reward</a:t>
          </a:r>
          <a:endParaRPr lang="en-US" dirty="0"/>
        </a:p>
      </dgm:t>
    </dgm:pt>
    <dgm:pt modelId="{06099127-5576-4745-8ADE-B3E589C2287A}" type="parTrans" cxnId="{50BC785B-5628-4434-B38F-3B51060F2CE6}">
      <dgm:prSet/>
      <dgm:spPr/>
      <dgm:t>
        <a:bodyPr/>
        <a:lstStyle/>
        <a:p>
          <a:pPr algn="ctr"/>
          <a:endParaRPr lang="en-US"/>
        </a:p>
      </dgm:t>
    </dgm:pt>
    <dgm:pt modelId="{D128D9AF-0D85-466E-93BA-1FD63561104F}" type="sibTrans" cxnId="{50BC785B-5628-4434-B38F-3B51060F2CE6}">
      <dgm:prSet/>
      <dgm:spPr/>
      <dgm:t>
        <a:bodyPr/>
        <a:lstStyle/>
        <a:p>
          <a:pPr algn="ctr"/>
          <a:endParaRPr lang="en-US"/>
        </a:p>
      </dgm:t>
    </dgm:pt>
    <dgm:pt modelId="{A8D5FFF5-BFDF-4944-BA3B-EE2FA1ECF700}">
      <dgm:prSet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dgm:style>
      </dgm:prSet>
      <dgm:spPr>
        <a:noFill/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dgm:spPr>
      <dgm:t>
        <a:bodyPr/>
        <a:lstStyle/>
        <a:p>
          <a:pPr algn="ctr"/>
          <a:r>
            <a:rPr lang="en-IN" dirty="0"/>
            <a:t> Over time selects best action</a:t>
          </a:r>
          <a:endParaRPr lang="en-US" dirty="0"/>
        </a:p>
      </dgm:t>
    </dgm:pt>
    <dgm:pt modelId="{51C421A5-9BA0-493E-8E54-0BD7C5D63ADB}" type="parTrans" cxnId="{C7E0A8BE-707C-49B3-B470-D9BD69B6E376}">
      <dgm:prSet/>
      <dgm:spPr/>
      <dgm:t>
        <a:bodyPr/>
        <a:lstStyle/>
        <a:p>
          <a:pPr algn="ctr"/>
          <a:endParaRPr lang="en-US"/>
        </a:p>
      </dgm:t>
    </dgm:pt>
    <dgm:pt modelId="{EA9AADC1-BB94-4807-A2FF-69251C2D4E9C}" type="sibTrans" cxnId="{C7E0A8BE-707C-49B3-B470-D9BD69B6E376}">
      <dgm:prSet/>
      <dgm:spPr/>
      <dgm:t>
        <a:bodyPr/>
        <a:lstStyle/>
        <a:p>
          <a:pPr algn="ctr"/>
          <a:endParaRPr lang="en-US"/>
        </a:p>
      </dgm:t>
    </dgm:pt>
    <dgm:pt modelId="{B6815771-FA81-44DC-93C2-34A5C4776692}">
      <dgm:prSet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dgm:style>
      </dgm:prSet>
      <dgm:spPr>
        <a:noFill/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dgm:spPr>
      <dgm:t>
        <a:bodyPr/>
        <a:lstStyle/>
        <a:p>
          <a:pPr algn="ctr"/>
          <a:r>
            <a:rPr lang="en-IN" dirty="0"/>
            <a:t> Basis of reinforcement learning</a:t>
          </a:r>
          <a:endParaRPr lang="en-US" dirty="0"/>
        </a:p>
      </dgm:t>
    </dgm:pt>
    <dgm:pt modelId="{51F9EEBC-E5F3-4D93-9442-F35DDEA88D97}" type="parTrans" cxnId="{B17CCD77-1627-4595-B63B-20A15F3C68F3}">
      <dgm:prSet/>
      <dgm:spPr/>
      <dgm:t>
        <a:bodyPr/>
        <a:lstStyle/>
        <a:p>
          <a:pPr algn="ctr"/>
          <a:endParaRPr lang="en-US"/>
        </a:p>
      </dgm:t>
    </dgm:pt>
    <dgm:pt modelId="{D8B23B72-4F5D-40CC-8761-F412A2F2D0A9}" type="sibTrans" cxnId="{B17CCD77-1627-4595-B63B-20A15F3C68F3}">
      <dgm:prSet/>
      <dgm:spPr/>
      <dgm:t>
        <a:bodyPr/>
        <a:lstStyle/>
        <a:p>
          <a:pPr algn="ctr"/>
          <a:endParaRPr lang="en-US"/>
        </a:p>
      </dgm:t>
    </dgm:pt>
    <dgm:pt modelId="{531166CA-216A-4954-8D71-DA9D76E55D42}" type="pres">
      <dgm:prSet presAssocID="{59E975F4-FE54-4CE8-99EB-9F9110B754C6}" presName="linear" presStyleCnt="0">
        <dgm:presLayoutVars>
          <dgm:animLvl val="lvl"/>
          <dgm:resizeHandles val="exact"/>
        </dgm:presLayoutVars>
      </dgm:prSet>
      <dgm:spPr/>
    </dgm:pt>
    <dgm:pt modelId="{65C763E6-B90A-4A1C-86E5-223FF11A700B}" type="pres">
      <dgm:prSet presAssocID="{3E07DB1D-497E-4E5F-A4AC-4CC18A54ADD3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FF1A070B-E2C3-4220-8FA4-2CD7C6920D8C}" type="pres">
      <dgm:prSet presAssocID="{7A47F392-58AB-4B62-A775-AA811D2E6E1E}" presName="spacer" presStyleCnt="0"/>
      <dgm:spPr/>
    </dgm:pt>
    <dgm:pt modelId="{D1D1E887-78A8-4E3B-8436-0F683AEA6188}" type="pres">
      <dgm:prSet presAssocID="{4AE2AF14-3D97-4F46-A419-5D3F07DCA8F1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2B187CC1-3101-4222-80A4-3B251E3B86B8}" type="pres">
      <dgm:prSet presAssocID="{AF512FDC-F6C6-4D78-A7E5-19D2EC7CB216}" presName="spacer" presStyleCnt="0"/>
      <dgm:spPr/>
    </dgm:pt>
    <dgm:pt modelId="{EC6E5A5F-F14F-4920-85CD-52B152452B33}" type="pres">
      <dgm:prSet presAssocID="{C64A8B59-4AED-4BDE-8F24-7BFBE8C91087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0F7458AA-440F-4553-8D77-93075EFDC9DD}" type="pres">
      <dgm:prSet presAssocID="{B9B61A5A-5C78-48FB-B0FB-E3A3D3D8B9BC}" presName="spacer" presStyleCnt="0"/>
      <dgm:spPr/>
    </dgm:pt>
    <dgm:pt modelId="{1C26D646-C73F-464C-9AF3-07CF69126BBB}" type="pres">
      <dgm:prSet presAssocID="{B4E05682-B863-4E16-AA24-70D406195C71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603A4D97-9B06-40EF-9D5B-EEF598BDDCFB}" type="pres">
      <dgm:prSet presAssocID="{D128D9AF-0D85-466E-93BA-1FD63561104F}" presName="spacer" presStyleCnt="0"/>
      <dgm:spPr/>
    </dgm:pt>
    <dgm:pt modelId="{06F20D29-6AAF-4358-9DB4-B7EA734A95AC}" type="pres">
      <dgm:prSet presAssocID="{A8D5FFF5-BFDF-4944-BA3B-EE2FA1ECF700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1EF8F981-1ADF-44A5-9D15-CCEE11C6A690}" type="pres">
      <dgm:prSet presAssocID="{EA9AADC1-BB94-4807-A2FF-69251C2D4E9C}" presName="spacer" presStyleCnt="0"/>
      <dgm:spPr/>
    </dgm:pt>
    <dgm:pt modelId="{358B7315-5189-48F2-8B3A-1AF32E8F72E8}" type="pres">
      <dgm:prSet presAssocID="{B6815771-FA81-44DC-93C2-34A5C4776692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E5AD9B00-ADF5-4BC1-A48B-A6A5F2137BD9}" srcId="{59E975F4-FE54-4CE8-99EB-9F9110B754C6}" destId="{C64A8B59-4AED-4BDE-8F24-7BFBE8C91087}" srcOrd="2" destOrd="0" parTransId="{5D71BE33-6186-46F7-844D-D4EECAA448E9}" sibTransId="{B9B61A5A-5C78-48FB-B0FB-E3A3D3D8B9BC}"/>
    <dgm:cxn modelId="{FA54F414-B659-4B3D-BA5E-E311608D7EAE}" type="presOf" srcId="{4AE2AF14-3D97-4F46-A419-5D3F07DCA8F1}" destId="{D1D1E887-78A8-4E3B-8436-0F683AEA6188}" srcOrd="0" destOrd="0" presId="urn:microsoft.com/office/officeart/2005/8/layout/vList2"/>
    <dgm:cxn modelId="{87D8873C-DC1F-4700-8B97-5412B6B3EF64}" type="presOf" srcId="{3E07DB1D-497E-4E5F-A4AC-4CC18A54ADD3}" destId="{65C763E6-B90A-4A1C-86E5-223FF11A700B}" srcOrd="0" destOrd="0" presId="urn:microsoft.com/office/officeart/2005/8/layout/vList2"/>
    <dgm:cxn modelId="{50BC785B-5628-4434-B38F-3B51060F2CE6}" srcId="{59E975F4-FE54-4CE8-99EB-9F9110B754C6}" destId="{B4E05682-B863-4E16-AA24-70D406195C71}" srcOrd="3" destOrd="0" parTransId="{06099127-5576-4745-8ADE-B3E589C2287A}" sibTransId="{D128D9AF-0D85-466E-93BA-1FD63561104F}"/>
    <dgm:cxn modelId="{99375B5C-1579-4479-B4BA-2F5B6F33DDDC}" srcId="{59E975F4-FE54-4CE8-99EB-9F9110B754C6}" destId="{4AE2AF14-3D97-4F46-A419-5D3F07DCA8F1}" srcOrd="1" destOrd="0" parTransId="{0228D99B-65C2-431F-B69E-F69E3B2BF18C}" sibTransId="{AF512FDC-F6C6-4D78-A7E5-19D2EC7CB216}"/>
    <dgm:cxn modelId="{33B8A648-4293-4303-A8DF-B2DA3F6FDA96}" type="presOf" srcId="{59E975F4-FE54-4CE8-99EB-9F9110B754C6}" destId="{531166CA-216A-4954-8D71-DA9D76E55D42}" srcOrd="0" destOrd="0" presId="urn:microsoft.com/office/officeart/2005/8/layout/vList2"/>
    <dgm:cxn modelId="{B17CCD77-1627-4595-B63B-20A15F3C68F3}" srcId="{59E975F4-FE54-4CE8-99EB-9F9110B754C6}" destId="{B6815771-FA81-44DC-93C2-34A5C4776692}" srcOrd="5" destOrd="0" parTransId="{51F9EEBC-E5F3-4D93-9442-F35DDEA88D97}" sibTransId="{D8B23B72-4F5D-40CC-8761-F412A2F2D0A9}"/>
    <dgm:cxn modelId="{2FC81A7B-F972-4E04-83D0-EF771233A10D}" type="presOf" srcId="{A8D5FFF5-BFDF-4944-BA3B-EE2FA1ECF700}" destId="{06F20D29-6AAF-4358-9DB4-B7EA734A95AC}" srcOrd="0" destOrd="0" presId="urn:microsoft.com/office/officeart/2005/8/layout/vList2"/>
    <dgm:cxn modelId="{07DA61B4-5659-4508-A115-350C27474A65}" type="presOf" srcId="{C64A8B59-4AED-4BDE-8F24-7BFBE8C91087}" destId="{EC6E5A5F-F14F-4920-85CD-52B152452B33}" srcOrd="0" destOrd="0" presId="urn:microsoft.com/office/officeart/2005/8/layout/vList2"/>
    <dgm:cxn modelId="{C7E0A8BE-707C-49B3-B470-D9BD69B6E376}" srcId="{59E975F4-FE54-4CE8-99EB-9F9110B754C6}" destId="{A8D5FFF5-BFDF-4944-BA3B-EE2FA1ECF700}" srcOrd="4" destOrd="0" parTransId="{51C421A5-9BA0-493E-8E54-0BD7C5D63ADB}" sibTransId="{EA9AADC1-BB94-4807-A2FF-69251C2D4E9C}"/>
    <dgm:cxn modelId="{B8DFCFDC-1086-4F2E-BD3F-8CC0B810A4A9}" srcId="{59E975F4-FE54-4CE8-99EB-9F9110B754C6}" destId="{3E07DB1D-497E-4E5F-A4AC-4CC18A54ADD3}" srcOrd="0" destOrd="0" parTransId="{F610A273-3B57-4544-BD35-F12EAE79A77E}" sibTransId="{7A47F392-58AB-4B62-A775-AA811D2E6E1E}"/>
    <dgm:cxn modelId="{38FD7CDD-679F-4BA2-AB3A-B1FAAFEDD439}" type="presOf" srcId="{B4E05682-B863-4E16-AA24-70D406195C71}" destId="{1C26D646-C73F-464C-9AF3-07CF69126BBB}" srcOrd="0" destOrd="0" presId="urn:microsoft.com/office/officeart/2005/8/layout/vList2"/>
    <dgm:cxn modelId="{412250EB-C2D3-47A1-9D6D-EE08CBD7F9DA}" type="presOf" srcId="{B6815771-FA81-44DC-93C2-34A5C4776692}" destId="{358B7315-5189-48F2-8B3A-1AF32E8F72E8}" srcOrd="0" destOrd="0" presId="urn:microsoft.com/office/officeart/2005/8/layout/vList2"/>
    <dgm:cxn modelId="{D8813385-7086-48DB-A66F-0F7A24C46B60}" type="presParOf" srcId="{531166CA-216A-4954-8D71-DA9D76E55D42}" destId="{65C763E6-B90A-4A1C-86E5-223FF11A700B}" srcOrd="0" destOrd="0" presId="urn:microsoft.com/office/officeart/2005/8/layout/vList2"/>
    <dgm:cxn modelId="{35C550C4-C656-4E38-9441-E9B3A8B274B4}" type="presParOf" srcId="{531166CA-216A-4954-8D71-DA9D76E55D42}" destId="{FF1A070B-E2C3-4220-8FA4-2CD7C6920D8C}" srcOrd="1" destOrd="0" presId="urn:microsoft.com/office/officeart/2005/8/layout/vList2"/>
    <dgm:cxn modelId="{F8836071-7FCD-48E5-9D62-0FF8A39DCF51}" type="presParOf" srcId="{531166CA-216A-4954-8D71-DA9D76E55D42}" destId="{D1D1E887-78A8-4E3B-8436-0F683AEA6188}" srcOrd="2" destOrd="0" presId="urn:microsoft.com/office/officeart/2005/8/layout/vList2"/>
    <dgm:cxn modelId="{FCD6C871-9D43-447D-A113-9CCA4144C4ED}" type="presParOf" srcId="{531166CA-216A-4954-8D71-DA9D76E55D42}" destId="{2B187CC1-3101-4222-80A4-3B251E3B86B8}" srcOrd="3" destOrd="0" presId="urn:microsoft.com/office/officeart/2005/8/layout/vList2"/>
    <dgm:cxn modelId="{E03574EF-284B-4BE5-AFD7-584C382060C7}" type="presParOf" srcId="{531166CA-216A-4954-8D71-DA9D76E55D42}" destId="{EC6E5A5F-F14F-4920-85CD-52B152452B33}" srcOrd="4" destOrd="0" presId="urn:microsoft.com/office/officeart/2005/8/layout/vList2"/>
    <dgm:cxn modelId="{EC5514B1-E3A4-484A-A401-52BE57E25E70}" type="presParOf" srcId="{531166CA-216A-4954-8D71-DA9D76E55D42}" destId="{0F7458AA-440F-4553-8D77-93075EFDC9DD}" srcOrd="5" destOrd="0" presId="urn:microsoft.com/office/officeart/2005/8/layout/vList2"/>
    <dgm:cxn modelId="{3124EE58-81F5-4520-AF54-B82914C2AD03}" type="presParOf" srcId="{531166CA-216A-4954-8D71-DA9D76E55D42}" destId="{1C26D646-C73F-464C-9AF3-07CF69126BBB}" srcOrd="6" destOrd="0" presId="urn:microsoft.com/office/officeart/2005/8/layout/vList2"/>
    <dgm:cxn modelId="{D0B39629-919A-4BDB-90D5-175714308DA5}" type="presParOf" srcId="{531166CA-216A-4954-8D71-DA9D76E55D42}" destId="{603A4D97-9B06-40EF-9D5B-EEF598BDDCFB}" srcOrd="7" destOrd="0" presId="urn:microsoft.com/office/officeart/2005/8/layout/vList2"/>
    <dgm:cxn modelId="{42E5EF12-6CB8-43E0-AB04-01C790F6C19A}" type="presParOf" srcId="{531166CA-216A-4954-8D71-DA9D76E55D42}" destId="{06F20D29-6AAF-4358-9DB4-B7EA734A95AC}" srcOrd="8" destOrd="0" presId="urn:microsoft.com/office/officeart/2005/8/layout/vList2"/>
    <dgm:cxn modelId="{D9EFB96E-C6FF-49A0-BE21-AB6704DCFFA3}" type="presParOf" srcId="{531166CA-216A-4954-8D71-DA9D76E55D42}" destId="{1EF8F981-1ADF-44A5-9D15-CCEE11C6A690}" srcOrd="9" destOrd="0" presId="urn:microsoft.com/office/officeart/2005/8/layout/vList2"/>
    <dgm:cxn modelId="{F45124C0-2E50-44D3-813A-776BF0A68B38}" type="presParOf" srcId="{531166CA-216A-4954-8D71-DA9D76E55D42}" destId="{358B7315-5189-48F2-8B3A-1AF32E8F72E8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AE403F-750F-47B4-B147-9A4D6176F1F2}">
      <dsp:nvSpPr>
        <dsp:cNvPr id="0" name=""/>
        <dsp:cNvSpPr/>
      </dsp:nvSpPr>
      <dsp:spPr>
        <a:xfrm>
          <a:off x="762" y="717314"/>
          <a:ext cx="2675952" cy="1699229"/>
        </a:xfrm>
        <a:prstGeom prst="roundRect">
          <a:avLst>
            <a:gd name="adj" fmla="val 10000"/>
          </a:avLst>
        </a:prstGeom>
        <a:solidFill>
          <a:schemeClr val="lt1"/>
        </a:solidFill>
        <a:ln w="1905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</dsp:sp>
    <dsp:sp modelId="{E34F9726-2AAA-4805-88EE-0D783EDF8EC9}">
      <dsp:nvSpPr>
        <dsp:cNvPr id="0" name=""/>
        <dsp:cNvSpPr/>
      </dsp:nvSpPr>
      <dsp:spPr>
        <a:xfrm>
          <a:off x="298090" y="999775"/>
          <a:ext cx="2675952" cy="16992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AI systems that can </a:t>
          </a:r>
          <a:r>
            <a:rPr lang="en-IN" sz="1400" b="1" kern="1200" dirty="0"/>
            <a:t>act autonomously</a:t>
          </a:r>
          <a:r>
            <a:rPr lang="en-IN" sz="1400" kern="1200" dirty="0"/>
            <a:t>, </a:t>
          </a:r>
          <a:r>
            <a:rPr lang="en-IN" sz="1400" b="1" kern="1200" dirty="0"/>
            <a:t>make decisions</a:t>
          </a:r>
          <a:r>
            <a:rPr lang="en-IN" sz="1400" kern="1200" dirty="0"/>
            <a:t>, and </a:t>
          </a:r>
          <a:r>
            <a:rPr lang="en-IN" sz="1400" b="1" kern="1200" dirty="0"/>
            <a:t>take actions</a:t>
          </a:r>
          <a:r>
            <a:rPr lang="en-IN" sz="1400" kern="1200" dirty="0"/>
            <a:t> toward achieving specific goals — similar to how a software “agent” works independently without requiring constant user instructions.</a:t>
          </a:r>
          <a:endParaRPr lang="en-US" sz="1400" kern="1200" dirty="0"/>
        </a:p>
      </dsp:txBody>
      <dsp:txXfrm>
        <a:off x="347859" y="1049544"/>
        <a:ext cx="2576414" cy="1599691"/>
      </dsp:txXfrm>
    </dsp:sp>
    <dsp:sp modelId="{20EF9E9E-A058-49AA-91C3-CC80CDC800C0}">
      <dsp:nvSpPr>
        <dsp:cNvPr id="0" name=""/>
        <dsp:cNvSpPr/>
      </dsp:nvSpPr>
      <dsp:spPr>
        <a:xfrm>
          <a:off x="3271371" y="717314"/>
          <a:ext cx="2675952" cy="1699229"/>
        </a:xfrm>
        <a:prstGeom prst="roundRect">
          <a:avLst>
            <a:gd name="adj" fmla="val 10000"/>
          </a:avLst>
        </a:prstGeom>
        <a:solidFill>
          <a:schemeClr val="lt1"/>
        </a:solidFill>
        <a:ln w="1905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hemeClr val="accent1"/>
        </a:lnRef>
        <a:fillRef idx="1">
          <a:schemeClr val="lt1"/>
        </a:fillRef>
        <a:effectRef idx="0">
          <a:schemeClr val="accent1"/>
        </a:effectRef>
        <a:fontRef idx="minor">
          <a:schemeClr val="dk1"/>
        </a:fontRef>
      </dsp:style>
    </dsp:sp>
    <dsp:sp modelId="{B2CC3272-3A09-4CCD-88B8-6FE09FD91951}">
      <dsp:nvSpPr>
        <dsp:cNvPr id="0" name=""/>
        <dsp:cNvSpPr/>
      </dsp:nvSpPr>
      <dsp:spPr>
        <a:xfrm>
          <a:off x="3568699" y="999775"/>
          <a:ext cx="2675952" cy="169922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/>
            <a:t>These systems don’t just answer questions like normal AI models—they </a:t>
          </a:r>
          <a:r>
            <a:rPr lang="en-IN" sz="1700" b="1" kern="1200"/>
            <a:t>plan, reason, take initiative, and execute tasks</a:t>
          </a:r>
          <a:r>
            <a:rPr lang="en-IN" sz="1700" kern="1200"/>
            <a:t> on your behalf.</a:t>
          </a:r>
          <a:endParaRPr lang="en-US" sz="1700" kern="1200"/>
        </a:p>
      </dsp:txBody>
      <dsp:txXfrm>
        <a:off x="3618468" y="1049544"/>
        <a:ext cx="2576414" cy="159969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8DC2DB-7ED7-4A36-BA10-CED9BDF8BCEC}">
      <dsp:nvSpPr>
        <dsp:cNvPr id="0" name=""/>
        <dsp:cNvSpPr/>
      </dsp:nvSpPr>
      <dsp:spPr>
        <a:xfrm>
          <a:off x="0" y="524133"/>
          <a:ext cx="2918936" cy="1853524"/>
        </a:xfrm>
        <a:prstGeom prst="roundRect">
          <a:avLst>
            <a:gd name="adj" fmla="val 10000"/>
          </a:avLst>
        </a:prstGeom>
        <a:solidFill>
          <a:schemeClr val="lt1"/>
        </a:solidFill>
        <a:ln w="19050" cap="flat" cmpd="sng" algn="ctr">
          <a:solidFill>
            <a:schemeClr val="dk1"/>
          </a:solidFill>
          <a:prstDash val="solid"/>
          <a:miter lim="800000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</dsp:sp>
    <dsp:sp modelId="{396A2210-38EC-48B9-93A0-C2FFC226FDFB}">
      <dsp:nvSpPr>
        <dsp:cNvPr id="0" name=""/>
        <dsp:cNvSpPr/>
      </dsp:nvSpPr>
      <dsp:spPr>
        <a:xfrm>
          <a:off x="324326" y="832243"/>
          <a:ext cx="2918936" cy="18535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/>
            <a:t>*</a:t>
          </a:r>
          <a:r>
            <a:rPr lang="en-IN" sz="1600" kern="1200"/>
            <a:t>An “agent” is anything that can be viewed as perceiving its environment through sensors and acting upon that environment through actuators. </a:t>
          </a:r>
          <a:endParaRPr lang="en-US" sz="1600" kern="1200"/>
        </a:p>
      </dsp:txBody>
      <dsp:txXfrm>
        <a:off x="378614" y="886531"/>
        <a:ext cx="2810360" cy="1744948"/>
      </dsp:txXfrm>
    </dsp:sp>
    <dsp:sp modelId="{262167B3-8DC7-452F-8BA8-26A8BD51F642}">
      <dsp:nvSpPr>
        <dsp:cNvPr id="0" name=""/>
        <dsp:cNvSpPr/>
      </dsp:nvSpPr>
      <dsp:spPr>
        <a:xfrm>
          <a:off x="3567588" y="524133"/>
          <a:ext cx="2918936" cy="1853524"/>
        </a:xfrm>
        <a:prstGeom prst="roundRect">
          <a:avLst>
            <a:gd name="adj" fmla="val 10000"/>
          </a:avLst>
        </a:prstGeom>
        <a:solidFill>
          <a:schemeClr val="lt1"/>
        </a:solidFill>
        <a:ln w="19050" cap="flat" cmpd="sng" algn="ctr">
          <a:solidFill>
            <a:schemeClr val="dk1"/>
          </a:solidFill>
          <a:prstDash val="solid"/>
          <a:miter lim="800000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</dsp:sp>
    <dsp:sp modelId="{321DC793-F8FF-4075-A149-92F7766B83FE}">
      <dsp:nvSpPr>
        <dsp:cNvPr id="0" name=""/>
        <dsp:cNvSpPr/>
      </dsp:nvSpPr>
      <dsp:spPr>
        <a:xfrm>
          <a:off x="3891915" y="832243"/>
          <a:ext cx="2918936" cy="18535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/>
            <a:t>*</a:t>
          </a:r>
          <a:r>
            <a:rPr lang="en-IN" sz="1600" kern="1200"/>
            <a:t>Percept refers to the agent’s perceptual inputs at a given time instant; an agent’s perceptual sequence is the complete history of everything the agent has ever perceived. </a:t>
          </a:r>
          <a:endParaRPr lang="en-US" sz="1600" kern="1200"/>
        </a:p>
      </dsp:txBody>
      <dsp:txXfrm>
        <a:off x="3946203" y="886531"/>
        <a:ext cx="2810360" cy="1744948"/>
      </dsp:txXfrm>
    </dsp:sp>
    <dsp:sp modelId="{F0857606-E877-4581-B138-C2F67183B222}">
      <dsp:nvSpPr>
        <dsp:cNvPr id="0" name=""/>
        <dsp:cNvSpPr/>
      </dsp:nvSpPr>
      <dsp:spPr>
        <a:xfrm>
          <a:off x="7135177" y="524133"/>
          <a:ext cx="2918936" cy="1853524"/>
        </a:xfrm>
        <a:prstGeom prst="roundRect">
          <a:avLst>
            <a:gd name="adj" fmla="val 10000"/>
          </a:avLst>
        </a:prstGeom>
        <a:solidFill>
          <a:schemeClr val="lt1"/>
        </a:solidFill>
        <a:ln w="19050" cap="flat" cmpd="sng" algn="ctr">
          <a:solidFill>
            <a:schemeClr val="dk1"/>
          </a:solidFill>
          <a:prstDash val="solid"/>
          <a:miter lim="800000"/>
        </a:ln>
        <a:effectLst/>
      </dsp:spPr>
      <dsp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dsp:style>
    </dsp:sp>
    <dsp:sp modelId="{8A676D33-EF68-4B95-9FD2-6CDE2478C25B}">
      <dsp:nvSpPr>
        <dsp:cNvPr id="0" name=""/>
        <dsp:cNvSpPr/>
      </dsp:nvSpPr>
      <dsp:spPr>
        <a:xfrm>
          <a:off x="7459503" y="832243"/>
          <a:ext cx="2918936" cy="185352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/>
            <a:t>*</a:t>
          </a:r>
          <a:r>
            <a:rPr lang="en-IN" sz="1600" kern="1200"/>
            <a:t>In general, an agent’s choice of action at any given instant can depend on the entire precept sequence observed to date, but not on anything it hasn’t perceived. </a:t>
          </a:r>
          <a:endParaRPr lang="en-US" sz="1600" kern="1200"/>
        </a:p>
      </dsp:txBody>
      <dsp:txXfrm>
        <a:off x="7513791" y="886531"/>
        <a:ext cx="2810360" cy="174494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613155-D646-4639-8F75-F0E8CB800D70}">
      <dsp:nvSpPr>
        <dsp:cNvPr id="0" name=""/>
        <dsp:cNvSpPr/>
      </dsp:nvSpPr>
      <dsp:spPr>
        <a:xfrm>
          <a:off x="3547" y="964904"/>
          <a:ext cx="1728557" cy="1097634"/>
        </a:xfrm>
        <a:prstGeom prst="roundRect">
          <a:avLst>
            <a:gd name="adj" fmla="val 10000"/>
          </a:avLst>
        </a:prstGeom>
        <a:noFill/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accent1"/>
        </a:fontRef>
      </dsp:style>
    </dsp:sp>
    <dsp:sp modelId="{5B01B400-FD87-41D5-98AB-846D5111B521}">
      <dsp:nvSpPr>
        <dsp:cNvPr id="0" name=""/>
        <dsp:cNvSpPr/>
      </dsp:nvSpPr>
      <dsp:spPr>
        <a:xfrm>
          <a:off x="195609" y="1147363"/>
          <a:ext cx="1728557" cy="109763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Simple Reflex Agents</a:t>
          </a:r>
          <a:endParaRPr lang="en-US" sz="2000" kern="1200" dirty="0"/>
        </a:p>
      </dsp:txBody>
      <dsp:txXfrm>
        <a:off x="227758" y="1179512"/>
        <a:ext cx="1664259" cy="1033336"/>
      </dsp:txXfrm>
    </dsp:sp>
    <dsp:sp modelId="{8FEBD691-FAB3-4E6C-AD50-8C84E38648D5}">
      <dsp:nvSpPr>
        <dsp:cNvPr id="0" name=""/>
        <dsp:cNvSpPr/>
      </dsp:nvSpPr>
      <dsp:spPr>
        <a:xfrm>
          <a:off x="2116228" y="964904"/>
          <a:ext cx="1728557" cy="1097634"/>
        </a:xfrm>
        <a:prstGeom prst="roundRect">
          <a:avLst>
            <a:gd name="adj" fmla="val 10000"/>
          </a:avLst>
        </a:prstGeom>
        <a:noFill/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accent1"/>
        </a:fontRef>
      </dsp:style>
    </dsp:sp>
    <dsp:sp modelId="{60E45FCB-2089-4B5B-AF5C-09BE54EADE1C}">
      <dsp:nvSpPr>
        <dsp:cNvPr id="0" name=""/>
        <dsp:cNvSpPr/>
      </dsp:nvSpPr>
      <dsp:spPr>
        <a:xfrm>
          <a:off x="2308290" y="1147363"/>
          <a:ext cx="1728557" cy="109763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Model Based Agents</a:t>
          </a:r>
          <a:endParaRPr lang="en-US" sz="2000" kern="1200" dirty="0"/>
        </a:p>
      </dsp:txBody>
      <dsp:txXfrm>
        <a:off x="2340439" y="1179512"/>
        <a:ext cx="1664259" cy="1033336"/>
      </dsp:txXfrm>
    </dsp:sp>
    <dsp:sp modelId="{D871898E-24CB-43B9-B2DF-1047C077F68C}">
      <dsp:nvSpPr>
        <dsp:cNvPr id="0" name=""/>
        <dsp:cNvSpPr/>
      </dsp:nvSpPr>
      <dsp:spPr>
        <a:xfrm>
          <a:off x="4228910" y="964904"/>
          <a:ext cx="1728557" cy="1097634"/>
        </a:xfrm>
        <a:prstGeom prst="roundRect">
          <a:avLst>
            <a:gd name="adj" fmla="val 10000"/>
          </a:avLst>
        </a:prstGeom>
        <a:noFill/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accent1"/>
        </a:fontRef>
      </dsp:style>
    </dsp:sp>
    <dsp:sp modelId="{07BAB133-B600-419E-9B08-B9ABD262B1A3}">
      <dsp:nvSpPr>
        <dsp:cNvPr id="0" name=""/>
        <dsp:cNvSpPr/>
      </dsp:nvSpPr>
      <dsp:spPr>
        <a:xfrm>
          <a:off x="4420972" y="1147363"/>
          <a:ext cx="1728557" cy="109763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Utility Based Agents</a:t>
          </a:r>
          <a:endParaRPr lang="en-US" sz="2000" kern="1200" dirty="0"/>
        </a:p>
      </dsp:txBody>
      <dsp:txXfrm>
        <a:off x="4453121" y="1179512"/>
        <a:ext cx="1664259" cy="1033336"/>
      </dsp:txXfrm>
    </dsp:sp>
    <dsp:sp modelId="{37123EE7-C92F-4803-A6D2-E4DC5E2586A2}">
      <dsp:nvSpPr>
        <dsp:cNvPr id="0" name=""/>
        <dsp:cNvSpPr/>
      </dsp:nvSpPr>
      <dsp:spPr>
        <a:xfrm>
          <a:off x="6341591" y="964904"/>
          <a:ext cx="1728557" cy="1097634"/>
        </a:xfrm>
        <a:prstGeom prst="roundRect">
          <a:avLst>
            <a:gd name="adj" fmla="val 10000"/>
          </a:avLst>
        </a:prstGeom>
        <a:noFill/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accent1"/>
        </a:fontRef>
      </dsp:style>
    </dsp:sp>
    <dsp:sp modelId="{F74615DC-FB6D-4388-AA52-06570F3D67FA}">
      <dsp:nvSpPr>
        <dsp:cNvPr id="0" name=""/>
        <dsp:cNvSpPr/>
      </dsp:nvSpPr>
      <dsp:spPr>
        <a:xfrm>
          <a:off x="6533653" y="1147363"/>
          <a:ext cx="1728557" cy="109763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Goal Based Agents</a:t>
          </a:r>
          <a:endParaRPr lang="en-US" sz="2000" kern="1200" dirty="0"/>
        </a:p>
      </dsp:txBody>
      <dsp:txXfrm>
        <a:off x="6565802" y="1179512"/>
        <a:ext cx="1664259" cy="1033336"/>
      </dsp:txXfrm>
    </dsp:sp>
    <dsp:sp modelId="{2FC4E7CF-63BF-426B-8B48-F983C1A55D28}">
      <dsp:nvSpPr>
        <dsp:cNvPr id="0" name=""/>
        <dsp:cNvSpPr/>
      </dsp:nvSpPr>
      <dsp:spPr>
        <a:xfrm>
          <a:off x="8454273" y="964904"/>
          <a:ext cx="1728557" cy="1097634"/>
        </a:xfrm>
        <a:prstGeom prst="roundRect">
          <a:avLst>
            <a:gd name="adj" fmla="val 10000"/>
          </a:avLst>
        </a:prstGeom>
        <a:noFill/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accent1"/>
        </a:fontRef>
      </dsp:style>
    </dsp:sp>
    <dsp:sp modelId="{DF32023F-FA67-4953-B868-FF8FF45A6C52}">
      <dsp:nvSpPr>
        <dsp:cNvPr id="0" name=""/>
        <dsp:cNvSpPr/>
      </dsp:nvSpPr>
      <dsp:spPr>
        <a:xfrm>
          <a:off x="8646335" y="1147363"/>
          <a:ext cx="1728557" cy="109763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 dirty="0"/>
            <a:t>Learning  Agents</a:t>
          </a:r>
          <a:endParaRPr lang="en-US" sz="2000" kern="1200" dirty="0"/>
        </a:p>
      </dsp:txBody>
      <dsp:txXfrm>
        <a:off x="8678484" y="1179512"/>
        <a:ext cx="1664259" cy="103333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874CD5-03FA-4C23-BF9C-805318474D19}">
      <dsp:nvSpPr>
        <dsp:cNvPr id="0" name=""/>
        <dsp:cNvSpPr/>
      </dsp:nvSpPr>
      <dsp:spPr>
        <a:xfrm>
          <a:off x="0" y="56833"/>
          <a:ext cx="9859731" cy="638820"/>
        </a:xfrm>
        <a:prstGeom prst="roundRect">
          <a:avLst/>
        </a:prstGeom>
        <a:noFill/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accen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 dirty="0"/>
            <a:t> Acts only on current percept (location &amp; status)</a:t>
          </a:r>
          <a:endParaRPr lang="en-US" sz="2600" kern="1200" dirty="0"/>
        </a:p>
      </dsp:txBody>
      <dsp:txXfrm>
        <a:off x="31185" y="88018"/>
        <a:ext cx="9797361" cy="576450"/>
      </dsp:txXfrm>
    </dsp:sp>
    <dsp:sp modelId="{B47A42B6-5317-4217-A24F-255D1C7BCCB4}">
      <dsp:nvSpPr>
        <dsp:cNvPr id="0" name=""/>
        <dsp:cNvSpPr/>
      </dsp:nvSpPr>
      <dsp:spPr>
        <a:xfrm>
          <a:off x="0" y="770533"/>
          <a:ext cx="9859731" cy="638820"/>
        </a:xfrm>
        <a:prstGeom prst="roundRect">
          <a:avLst/>
        </a:prstGeom>
        <a:noFill/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accen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 dirty="0"/>
            <a:t>If dirty → Suck</a:t>
          </a:r>
          <a:endParaRPr lang="en-US" sz="2600" kern="1200" dirty="0"/>
        </a:p>
      </dsp:txBody>
      <dsp:txXfrm>
        <a:off x="31185" y="801718"/>
        <a:ext cx="9797361" cy="576450"/>
      </dsp:txXfrm>
    </dsp:sp>
    <dsp:sp modelId="{AC91A4F5-AE5D-4001-A78F-BAFD347CF3D9}">
      <dsp:nvSpPr>
        <dsp:cNvPr id="0" name=""/>
        <dsp:cNvSpPr/>
      </dsp:nvSpPr>
      <dsp:spPr>
        <a:xfrm>
          <a:off x="0" y="1484233"/>
          <a:ext cx="9859731" cy="638820"/>
        </a:xfrm>
        <a:prstGeom prst="roundRect">
          <a:avLst/>
        </a:prstGeom>
        <a:noFill/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accen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 dirty="0"/>
            <a:t>If clean at A → Move Right</a:t>
          </a:r>
          <a:endParaRPr lang="en-US" sz="2600" kern="1200" dirty="0"/>
        </a:p>
      </dsp:txBody>
      <dsp:txXfrm>
        <a:off x="31185" y="1515418"/>
        <a:ext cx="9797361" cy="576450"/>
      </dsp:txXfrm>
    </dsp:sp>
    <dsp:sp modelId="{A344F35A-9FC0-4109-B75D-07E67A712AA4}">
      <dsp:nvSpPr>
        <dsp:cNvPr id="0" name=""/>
        <dsp:cNvSpPr/>
      </dsp:nvSpPr>
      <dsp:spPr>
        <a:xfrm>
          <a:off x="0" y="2197934"/>
          <a:ext cx="9859731" cy="638820"/>
        </a:xfrm>
        <a:prstGeom prst="roundRect">
          <a:avLst/>
        </a:prstGeom>
        <a:noFill/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accen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 dirty="0"/>
            <a:t> If clean at B → Move Left</a:t>
          </a:r>
          <a:endParaRPr lang="en-US" sz="2600" kern="1200" dirty="0"/>
        </a:p>
      </dsp:txBody>
      <dsp:txXfrm>
        <a:off x="31185" y="2229119"/>
        <a:ext cx="9797361" cy="576450"/>
      </dsp:txXfrm>
    </dsp:sp>
    <dsp:sp modelId="{46C32B55-004F-44F8-8D06-7BC117412D61}">
      <dsp:nvSpPr>
        <dsp:cNvPr id="0" name=""/>
        <dsp:cNvSpPr/>
      </dsp:nvSpPr>
      <dsp:spPr>
        <a:xfrm>
          <a:off x="0" y="2911634"/>
          <a:ext cx="9859731" cy="638820"/>
        </a:xfrm>
        <a:prstGeom prst="roundRect">
          <a:avLst/>
        </a:prstGeom>
        <a:noFill/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accen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 dirty="0"/>
            <a:t>No memory of past actions</a:t>
          </a:r>
          <a:endParaRPr lang="en-US" sz="2600" kern="1200" dirty="0"/>
        </a:p>
      </dsp:txBody>
      <dsp:txXfrm>
        <a:off x="31185" y="2942819"/>
        <a:ext cx="9797361" cy="576450"/>
      </dsp:txXfrm>
    </dsp:sp>
    <dsp:sp modelId="{BDF49DC3-477D-475A-A99B-39495A84C2F8}">
      <dsp:nvSpPr>
        <dsp:cNvPr id="0" name=""/>
        <dsp:cNvSpPr/>
      </dsp:nvSpPr>
      <dsp:spPr>
        <a:xfrm>
          <a:off x="0" y="3625334"/>
          <a:ext cx="9859731" cy="638820"/>
        </a:xfrm>
        <a:prstGeom prst="roundRect">
          <a:avLst/>
        </a:prstGeom>
        <a:noFill/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accen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 dirty="0"/>
            <a:t>Useful for simple environments</a:t>
          </a:r>
          <a:endParaRPr lang="en-US" sz="2600" kern="1200" dirty="0"/>
        </a:p>
      </dsp:txBody>
      <dsp:txXfrm>
        <a:off x="31185" y="3656519"/>
        <a:ext cx="9797361" cy="57645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C763E6-B90A-4A1C-86E5-223FF11A700B}">
      <dsp:nvSpPr>
        <dsp:cNvPr id="0" name=""/>
        <dsp:cNvSpPr/>
      </dsp:nvSpPr>
      <dsp:spPr>
        <a:xfrm>
          <a:off x="0" y="46651"/>
          <a:ext cx="10204439" cy="614250"/>
        </a:xfrm>
        <a:prstGeom prst="roundRect">
          <a:avLst/>
        </a:prstGeom>
        <a:noFill/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accen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 dirty="0"/>
            <a:t> Learns from experience using rewards</a:t>
          </a:r>
          <a:endParaRPr lang="en-US" sz="2500" kern="1200" dirty="0"/>
        </a:p>
      </dsp:txBody>
      <dsp:txXfrm>
        <a:off x="29985" y="76636"/>
        <a:ext cx="10144469" cy="554280"/>
      </dsp:txXfrm>
    </dsp:sp>
    <dsp:sp modelId="{D1D1E887-78A8-4E3B-8436-0F683AEA6188}">
      <dsp:nvSpPr>
        <dsp:cNvPr id="0" name=""/>
        <dsp:cNvSpPr/>
      </dsp:nvSpPr>
      <dsp:spPr>
        <a:xfrm>
          <a:off x="0" y="732901"/>
          <a:ext cx="10204439" cy="614250"/>
        </a:xfrm>
        <a:prstGeom prst="roundRect">
          <a:avLst/>
        </a:prstGeom>
        <a:noFill/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accen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 dirty="0"/>
            <a:t> Uses Q-values to store action quality</a:t>
          </a:r>
          <a:endParaRPr lang="en-US" sz="2500" kern="1200" dirty="0"/>
        </a:p>
      </dsp:txBody>
      <dsp:txXfrm>
        <a:off x="29985" y="762886"/>
        <a:ext cx="10144469" cy="554280"/>
      </dsp:txXfrm>
    </dsp:sp>
    <dsp:sp modelId="{EC6E5A5F-F14F-4920-85CD-52B152452B33}">
      <dsp:nvSpPr>
        <dsp:cNvPr id="0" name=""/>
        <dsp:cNvSpPr/>
      </dsp:nvSpPr>
      <dsp:spPr>
        <a:xfrm>
          <a:off x="0" y="1419151"/>
          <a:ext cx="10204439" cy="614250"/>
        </a:xfrm>
        <a:prstGeom prst="roundRect">
          <a:avLst/>
        </a:prstGeom>
        <a:noFill/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accen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 dirty="0"/>
            <a:t> Initially all values = 0</a:t>
          </a:r>
          <a:endParaRPr lang="en-US" sz="2500" kern="1200" dirty="0"/>
        </a:p>
      </dsp:txBody>
      <dsp:txXfrm>
        <a:off x="29985" y="1449136"/>
        <a:ext cx="10144469" cy="554280"/>
      </dsp:txXfrm>
    </dsp:sp>
    <dsp:sp modelId="{1C26D646-C73F-464C-9AF3-07CF69126BBB}">
      <dsp:nvSpPr>
        <dsp:cNvPr id="0" name=""/>
        <dsp:cNvSpPr/>
      </dsp:nvSpPr>
      <dsp:spPr>
        <a:xfrm>
          <a:off x="0" y="2105401"/>
          <a:ext cx="10204439" cy="614250"/>
        </a:xfrm>
        <a:prstGeom prst="roundRect">
          <a:avLst/>
        </a:prstGeom>
        <a:noFill/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accen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 dirty="0"/>
            <a:t> After learning: Q[action] += reward</a:t>
          </a:r>
          <a:endParaRPr lang="en-US" sz="2500" kern="1200" dirty="0"/>
        </a:p>
      </dsp:txBody>
      <dsp:txXfrm>
        <a:off x="29985" y="2135386"/>
        <a:ext cx="10144469" cy="554280"/>
      </dsp:txXfrm>
    </dsp:sp>
    <dsp:sp modelId="{06F20D29-6AAF-4358-9DB4-B7EA734A95AC}">
      <dsp:nvSpPr>
        <dsp:cNvPr id="0" name=""/>
        <dsp:cNvSpPr/>
      </dsp:nvSpPr>
      <dsp:spPr>
        <a:xfrm>
          <a:off x="0" y="2791651"/>
          <a:ext cx="10204439" cy="614250"/>
        </a:xfrm>
        <a:prstGeom prst="roundRect">
          <a:avLst/>
        </a:prstGeom>
        <a:noFill/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accen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 dirty="0"/>
            <a:t> Over time selects best action</a:t>
          </a:r>
          <a:endParaRPr lang="en-US" sz="2500" kern="1200" dirty="0"/>
        </a:p>
      </dsp:txBody>
      <dsp:txXfrm>
        <a:off x="29985" y="2821636"/>
        <a:ext cx="10144469" cy="554280"/>
      </dsp:txXfrm>
    </dsp:sp>
    <dsp:sp modelId="{358B7315-5189-48F2-8B3A-1AF32E8F72E8}">
      <dsp:nvSpPr>
        <dsp:cNvPr id="0" name=""/>
        <dsp:cNvSpPr/>
      </dsp:nvSpPr>
      <dsp:spPr>
        <a:xfrm>
          <a:off x="0" y="3477901"/>
          <a:ext cx="10204439" cy="614250"/>
        </a:xfrm>
        <a:prstGeom prst="roundRect">
          <a:avLst/>
        </a:prstGeom>
        <a:noFill/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accen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500" kern="1200" dirty="0"/>
            <a:t> Basis of reinforcement learning</a:t>
          </a:r>
          <a:endParaRPr lang="en-US" sz="2500" kern="1200" dirty="0"/>
        </a:p>
      </dsp:txBody>
      <dsp:txXfrm>
        <a:off x="29985" y="3507886"/>
        <a:ext cx="10144469" cy="5542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30T12:43:06.3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A98FF5-1289-4EB6-8AE6-B0E5AB51A59A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B4E847-F6FB-4A15-BC87-9CAB10DF88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6202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B4E847-F6FB-4A15-BC87-9CAB10DF88AA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46496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B4E847-F6FB-4A15-BC87-9CAB10DF88AA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82541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B4E847-F6FB-4A15-BC87-9CAB10DF88AA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10331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2FEB6-17DB-6091-FBBF-7CA4B5D4F6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AF9ACE-8C5B-7F28-B5F6-6A362C6470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04433F-6967-2B4F-6AB9-930F15826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EB44F-E69C-4E61-B100-4D4047A8C5B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60092F-15D4-C0A6-E6FF-C8A4B8D32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24FD2C-3B7E-D7E6-E3CB-6DF290029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09B68-33FF-4EA8-B655-E4C6167B2F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259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1846D-37AE-F8D8-D09C-46EBC9B8F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A52204-A0B2-AEB3-F1A7-9AA10727B1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0F4CEA-5798-72BA-56B6-CED25B540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EB44F-E69C-4E61-B100-4D4047A8C5B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04DA49-5D6A-D7FD-C30B-88D1B9952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67B24-7478-BDA1-0495-3980F9A0B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09B68-33FF-4EA8-B655-E4C6167B2F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5734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4311F-76C5-7B71-51E7-ADBB7CB30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86CA21-CB74-6696-3F16-EBF8E71E7D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76BBAC-7164-51FF-C2B3-5F5344604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EB44F-E69C-4E61-B100-4D4047A8C5B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14398-A03D-D82A-B305-4DDDFFF35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BF29DB-A77B-77F9-007F-F3AE48F9B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09B68-33FF-4EA8-B655-E4C6167B2F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6532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D5A78-519F-D489-89ED-52F7D91AC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517E4-DF40-24E6-7987-4EB0537C5C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9BC9E8-DE87-5FF8-6F60-5C566B929E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9E436F-5689-944F-1B49-36171D287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EB44F-E69C-4E61-B100-4D4047A8C5B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ACDE7E-0145-E7AC-5615-867E1F6C9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CD0CFF-8E03-DD99-21F0-F467CAD4F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09B68-33FF-4EA8-B655-E4C6167B2F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4231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17526-FA98-D994-C4E6-9760C95A3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17E777-887D-1D8E-87F4-891B376593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D89838-936E-12DA-E5C0-C25F07CF54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12D42B-3311-BDE7-914C-530C5D79BE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5F8A98-F7DF-7881-0FB1-E7421E3052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93D1BA-AD42-FD48-B90C-B487167CF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EB44F-E69C-4E61-B100-4D4047A8C5B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DBEDD9-1864-7E4A-6273-9656A4668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0649BF-373A-5769-4CB3-7D8997779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09B68-33FF-4EA8-B655-E4C6167B2F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16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D7709-7678-E729-D6F6-DC02698B5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53CC18-9453-26BC-B2F4-0C2DD239A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EB44F-E69C-4E61-B100-4D4047A8C5B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220A31-B591-3AE1-9FEB-183CAB4C1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4D542-76FA-70B6-D78E-8A560E18F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09B68-33FF-4EA8-B655-E4C6167B2F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7808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13C245-2D78-3C23-20D7-93BBEECD1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EB44F-E69C-4E61-B100-4D4047A8C5B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90FE6A-194D-5D9C-DBA8-83237AD76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7E9DB4-9446-3110-22BB-CA265CB6E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09B68-33FF-4EA8-B655-E4C6167B2F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2765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6959B-C427-673C-1E24-6C6C73C1E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1D3FB4-FE23-3828-96AC-D55C624AC8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137E0A-8476-0CDA-619D-79FFCB30A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5361B0-704B-2B2A-9B2D-CA732C121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EB44F-E69C-4E61-B100-4D4047A8C5B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84353D-D76D-5864-EB81-5CC63AAA7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92E10-C0D5-F357-D759-EC4AA5695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09B68-33FF-4EA8-B655-E4C6167B2F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1691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5F437-4A4F-F06C-DB15-940C929C2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02ECA8-543A-C643-3153-C1A74326F4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70D7B0-6A75-A8B5-7C0D-3A507F31FB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FDB23E-C932-349B-A33D-ED51B37EF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EB44F-E69C-4E61-B100-4D4047A8C5B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E78FDD-4C41-8530-E21A-D73273E8F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D44914-DE8B-8F3E-1498-0E785BF56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09B68-33FF-4EA8-B655-E4C6167B2F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342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20166-4AFE-E59F-6D8E-8493C3638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319596-F66D-2D96-FDF8-C740204F1D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ED7F22-BD18-59F2-2258-70A214753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EB44F-E69C-4E61-B100-4D4047A8C5B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AFBBCD-5216-0F3A-0339-2072BFBED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B7D1F2-E44A-0C90-799A-44EBEE33B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09B68-33FF-4EA8-B655-E4C6167B2F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29914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3E7FED-113B-41D4-3DFA-B2A9E74CB6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83E9F5-1A79-875C-CC0F-5D4E3E34D1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41B553-E9AD-78EA-11B7-5F912B7E5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EB44F-E69C-4E61-B100-4D4047A8C5B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5CE38A-5C95-FD38-1681-03BFE8212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7FFC9A-48DA-CD98-CDED-5BC024697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09B68-33FF-4EA8-B655-E4C6167B2F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5491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60968D-A820-3BDF-A435-43817D531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226297-2B42-CE41-BAFF-2E98CBE5F5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2EA30B-4D40-A481-8CBA-109BD1C8E7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2EB44F-E69C-4E61-B100-4D4047A8C5B0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5519BB-4A84-D582-DE8C-34975F1BB7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120C3B-18ED-19FA-1CBF-8F9B3277E8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A09B68-33FF-4EA8-B655-E4C6167B2F1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3454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customXml" Target="../ink/ink1.xml"/><Relationship Id="rId7" Type="http://schemas.openxmlformats.org/officeDocument/2006/relationships/diagramQuickStyle" Target="../diagrams/quickStyle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2.png"/><Relationship Id="rId9" Type="http://schemas.microsoft.com/office/2007/relationships/diagramDrawing" Target="../diagrams/drawin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9E2E0DC-78C3-9792-D4E7-01685AF25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3513"/>
            <a:ext cx="10515600" cy="1325563"/>
          </a:xfrm>
        </p:spPr>
        <p:txBody>
          <a:bodyPr/>
          <a:lstStyle/>
          <a:p>
            <a:r>
              <a:rPr lang="en-IN" dirty="0"/>
              <a:t>         </a:t>
            </a:r>
            <a:r>
              <a:rPr lang="en-IN" b="1" u="sng" dirty="0"/>
              <a:t>AGENTIC</a:t>
            </a:r>
            <a:r>
              <a:rPr lang="en-IN" b="1" dirty="0"/>
              <a:t> </a:t>
            </a:r>
            <a:r>
              <a:rPr lang="en-IN" b="1" u="sng" dirty="0"/>
              <a:t>ARTIFICIAL</a:t>
            </a:r>
            <a:r>
              <a:rPr lang="en-IN" b="1" dirty="0"/>
              <a:t> </a:t>
            </a:r>
            <a:r>
              <a:rPr lang="en-IN" b="1" u="sng" dirty="0"/>
              <a:t>INTELLIGENCE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BB5AE5-1B0A-BCAF-2BCD-77B89D1D94CD}"/>
              </a:ext>
            </a:extLst>
          </p:cNvPr>
          <p:cNvSpPr txBox="1"/>
          <p:nvPr/>
        </p:nvSpPr>
        <p:spPr>
          <a:xfrm>
            <a:off x="530942" y="1858297"/>
            <a:ext cx="660097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INTRODUCTION:</a:t>
            </a:r>
          </a:p>
          <a:p>
            <a:endParaRPr lang="en-IN" b="1" dirty="0"/>
          </a:p>
          <a:p>
            <a:r>
              <a:rPr lang="en-IN" sz="2400" b="1" dirty="0"/>
              <a:t>WHAT IS AGENTIC ARTIFICIAL INTELLIGENCE </a:t>
            </a:r>
            <a:r>
              <a:rPr lang="en-IN" dirty="0"/>
              <a:t>?</a:t>
            </a:r>
          </a:p>
        </p:txBody>
      </p:sp>
      <p:pic>
        <p:nvPicPr>
          <p:cNvPr id="9" name="Picture 8" descr="A person working on a computer">
            <a:extLst>
              <a:ext uri="{FF2B5EF4-FFF2-40B4-BE49-F238E27FC236}">
                <a16:creationId xmlns:a16="http://schemas.microsoft.com/office/drawing/2014/main" id="{8C93266C-A513-DA2D-2295-452FBC3A0A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5140" y="2434689"/>
            <a:ext cx="3835903" cy="330363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F228B813-72AE-B48A-518B-4339D933D15C}"/>
                  </a:ext>
                </a:extLst>
              </p14:cNvPr>
              <p14:cNvContentPartPr/>
              <p14:nvPr/>
            </p14:nvContentPartPr>
            <p14:xfrm>
              <a:off x="-1140863" y="5368188"/>
              <a:ext cx="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F228B813-72AE-B48A-518B-4339D933D15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1145183" y="5363868"/>
                <a:ext cx="9000" cy="9000"/>
              </a:xfrm>
              <a:prstGeom prst="rect">
                <a:avLst/>
              </a:prstGeom>
            </p:spPr>
          </p:pic>
        </mc:Fallback>
      </mc:AlternateContent>
      <p:graphicFrame>
        <p:nvGraphicFramePr>
          <p:cNvPr id="19" name="TextBox 4">
            <a:extLst>
              <a:ext uri="{FF2B5EF4-FFF2-40B4-BE49-F238E27FC236}">
                <a16:creationId xmlns:a16="http://schemas.microsoft.com/office/drawing/2014/main" id="{ACAC6544-6334-8005-3D34-EB5FB25BA2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68668881"/>
              </p:ext>
            </p:extLst>
          </p:nvPr>
        </p:nvGraphicFramePr>
        <p:xfrm>
          <a:off x="530943" y="3038167"/>
          <a:ext cx="6245414" cy="34163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490276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28D31E1B-0407-4223-9642-0B642CBF5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062849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2" name="Rectangle 61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656150"/>
            <a:ext cx="5672667" cy="14315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678AF05-CB04-FAFC-C5F8-735FFBF6B08B}"/>
              </a:ext>
            </a:extLst>
          </p:cNvPr>
          <p:cNvSpPr txBox="1"/>
          <p:nvPr/>
        </p:nvSpPr>
        <p:spPr>
          <a:xfrm>
            <a:off x="1043631" y="873940"/>
            <a:ext cx="5052369" cy="10357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ARCHITECTURE OF AGENTIC ARTIFICIAL INTELLIGENCE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647266-1531-8D68-2D63-3C3ECF7741D3}"/>
              </a:ext>
            </a:extLst>
          </p:cNvPr>
          <p:cNvSpPr txBox="1"/>
          <p:nvPr/>
        </p:nvSpPr>
        <p:spPr>
          <a:xfrm>
            <a:off x="1045029" y="2524721"/>
            <a:ext cx="4991629" cy="36771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Perception Module:</a:t>
            </a:r>
            <a:r>
              <a:rPr lang="en-US" dirty="0"/>
              <a:t> Collects and interprets input from the environment (text, images, data).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Memory Module:</a:t>
            </a:r>
            <a:r>
              <a:rPr lang="en-US" dirty="0"/>
              <a:t> Stores short-term task data and long-term knowledge or preferences.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Reasoning &amp; Planning:</a:t>
            </a:r>
            <a:r>
              <a:rPr lang="en-US" dirty="0"/>
              <a:t> Breaks goals into steps, performs logical reasoning, and creates action plans.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Action/Execution Module:</a:t>
            </a:r>
            <a:r>
              <a:rPr lang="en-US" dirty="0"/>
              <a:t> Executes tasks using tools, APIs, software, or devices.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dirty="0"/>
              <a:t>Feedback &amp; Evaluation:</a:t>
            </a:r>
            <a:r>
              <a:rPr lang="en-US" dirty="0"/>
              <a:t> Monitors results, corrects errors, and updates plans for improvement.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70E96339-907C-46C3-99AC-31179B6F0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16299" y="608401"/>
            <a:ext cx="4637502" cy="559344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diagram of a process&#10;&#10;AI-generated content may be incorrect.">
            <a:extLst>
              <a:ext uri="{FF2B5EF4-FFF2-40B4-BE49-F238E27FC236}">
                <a16:creationId xmlns:a16="http://schemas.microsoft.com/office/drawing/2014/main" id="{EAA8BEB3-F84F-24BA-9066-2184303A99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4581" y="901032"/>
            <a:ext cx="3415076" cy="5116220"/>
          </a:xfrm>
          <a:prstGeom prst="rect">
            <a:avLst/>
          </a:prstGeom>
        </p:spPr>
      </p:pic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92240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AutoShape 2">
            <a:extLst>
              <a:ext uri="{FF2B5EF4-FFF2-40B4-BE49-F238E27FC236}">
                <a16:creationId xmlns:a16="http://schemas.microsoft.com/office/drawing/2014/main" id="{3727A6A7-B9BD-D1EA-B6B7-0357DA7F187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32387" y="3276599"/>
            <a:ext cx="5216013" cy="5216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E635A94F-464F-BA62-C6EF-C04E6C45CF5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" name="AutoShape 6">
            <a:extLst>
              <a:ext uri="{FF2B5EF4-FFF2-40B4-BE49-F238E27FC236}">
                <a16:creationId xmlns:a16="http://schemas.microsoft.com/office/drawing/2014/main" id="{C8319227-E2F1-7F36-2287-CD336DA37B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212258" y="3429000"/>
            <a:ext cx="4188542" cy="4188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0590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E401152-7D22-15A0-5D30-684382365E42}"/>
              </a:ext>
            </a:extLst>
          </p:cNvPr>
          <p:cNvSpPr txBox="1"/>
          <p:nvPr/>
        </p:nvSpPr>
        <p:spPr>
          <a:xfrm>
            <a:off x="1043631" y="809898"/>
            <a:ext cx="10173010" cy="1554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AGENTS OF AGENTIC ARTIFICIAL INTELLIGENCE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extBox 3">
            <a:extLst>
              <a:ext uri="{FF2B5EF4-FFF2-40B4-BE49-F238E27FC236}">
                <a16:creationId xmlns:a16="http://schemas.microsoft.com/office/drawing/2014/main" id="{218F580C-86A1-2E2B-DCB9-149355C3594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7472071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54762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DEA174-10C1-6FCD-9EBF-31FA306C8B76}"/>
              </a:ext>
            </a:extLst>
          </p:cNvPr>
          <p:cNvSpPr txBox="1"/>
          <p:nvPr/>
        </p:nvSpPr>
        <p:spPr>
          <a:xfrm>
            <a:off x="1043631" y="809898"/>
            <a:ext cx="10173010" cy="15544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          TYPES OF AGENTS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7" name="TextBox 2">
            <a:extLst>
              <a:ext uri="{FF2B5EF4-FFF2-40B4-BE49-F238E27FC236}">
                <a16:creationId xmlns:a16="http://schemas.microsoft.com/office/drawing/2014/main" id="{E0396D05-9B0E-8888-4339-1433125AC2A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23118770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687055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2215C6C6-E45C-4179-9FC1-E8A4C1D47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5FE9FE4C-C9E0-4C54-8010-EA9D29CD4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1564726" y="1890469"/>
            <a:ext cx="5860051" cy="2079143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56FAD6EF-0374-46BD-901E-E901DCA01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04847ABE-275E-4DCA-B164-A672D517F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5" name="Rectangle 54">
            <a:extLst>
              <a:ext uri="{FF2B5EF4-FFF2-40B4-BE49-F238E27FC236}">
                <a16:creationId xmlns:a16="http://schemas.microsoft.com/office/drawing/2014/main" id="{3776B14B-F2F4-4825-8DA8-8C7A0F2B3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466344"/>
            <a:ext cx="11111729" cy="59178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C9C2BB-F400-4483-9053-C3D447C0431B}"/>
              </a:ext>
            </a:extLst>
          </p:cNvPr>
          <p:cNvSpPr txBox="1"/>
          <p:nvPr/>
        </p:nvSpPr>
        <p:spPr>
          <a:xfrm>
            <a:off x="990066" y="554222"/>
            <a:ext cx="10515600" cy="11336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     1. SIMPLE REFLEX AGENTS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FB74BA-A521-6D03-8D7F-C17AC64F0160}"/>
              </a:ext>
            </a:extLst>
          </p:cNvPr>
          <p:cNvSpPr/>
          <p:nvPr/>
        </p:nvSpPr>
        <p:spPr>
          <a:xfrm>
            <a:off x="1834351" y="1436642"/>
            <a:ext cx="7933765" cy="4264348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E409EFD9-76C6-CB8B-4956-93597CD8CA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5131" y="2118368"/>
            <a:ext cx="6882012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Acts only on the </a:t>
            </a:r>
            <a:r>
              <a:rPr kumimoji="0" lang="en-US" altLang="en-US" sz="1800" b="1" i="0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current percept</a:t>
            </a:r>
            <a:r>
              <a:rPr kumimoji="0" lang="en-US" altLang="en-US" sz="1800" b="0" i="0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 without considering any history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strike="noStrike" cap="none" normalizeH="0" baseline="0" dirty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Uses fixed </a:t>
            </a:r>
            <a:r>
              <a:rPr kumimoji="0" lang="en-US" altLang="en-US" sz="1800" b="1" i="0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condition–action rules</a:t>
            </a:r>
            <a:r>
              <a:rPr kumimoji="0" lang="en-US" altLang="en-US" sz="1800" b="0" i="0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 to decide actions.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strike="noStrike" cap="none" normalizeH="0" baseline="0" dirty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Works best in </a:t>
            </a:r>
            <a:r>
              <a:rPr kumimoji="0" lang="en-US" altLang="en-US" sz="1800" b="1" i="0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fully observable and simple environments</a:t>
            </a:r>
            <a:r>
              <a:rPr kumimoji="0" lang="en-US" altLang="en-US" sz="1800" b="0" i="0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strike="noStrike" cap="none" normalizeH="0" baseline="0" dirty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Cannot handle </a:t>
            </a:r>
            <a:r>
              <a:rPr kumimoji="0" lang="en-US" altLang="en-US" sz="1800" b="1" i="0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complex or uncertain situations</a:t>
            </a:r>
            <a:r>
              <a:rPr kumimoji="0" lang="en-US" altLang="en-US" sz="1800" b="0" i="0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strike="noStrike" cap="none" normalizeH="0" baseline="0" dirty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Fast but very limited in intelligence and adaptability.</a:t>
            </a:r>
          </a:p>
        </p:txBody>
      </p:sp>
    </p:spTree>
    <p:extLst>
      <p:ext uri="{BB962C8B-B14F-4D97-AF65-F5344CB8AC3E}">
        <p14:creationId xmlns:p14="http://schemas.microsoft.com/office/powerpoint/2010/main" val="22577874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9F8084F-104D-CEA6-3F98-B0512567D22F}"/>
              </a:ext>
            </a:extLst>
          </p:cNvPr>
          <p:cNvSpPr/>
          <p:nvPr/>
        </p:nvSpPr>
        <p:spPr>
          <a:xfrm>
            <a:off x="1361044" y="782170"/>
            <a:ext cx="9469911" cy="5293660"/>
          </a:xfrm>
          <a:prstGeom prst="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E67821-F7D3-690A-DF4D-9FAF636969AC}"/>
              </a:ext>
            </a:extLst>
          </p:cNvPr>
          <p:cNvSpPr txBox="1"/>
          <p:nvPr/>
        </p:nvSpPr>
        <p:spPr>
          <a:xfrm>
            <a:off x="1443317" y="889843"/>
            <a:ext cx="9469911" cy="507831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buNone/>
            </a:pPr>
            <a:r>
              <a:rPr lang="en-IN" b="0" i="1" dirty="0">
                <a:solidFill>
                  <a:srgbClr val="408080"/>
                </a:solidFill>
                <a:effectLst/>
                <a:latin typeface="inherit"/>
              </a:rPr>
              <a:t>#Simple reflex Agent</a:t>
            </a:r>
            <a:endParaRPr lang="en-IN" b="0" i="0" dirty="0">
              <a:solidFill>
                <a:srgbClr val="212121"/>
              </a:solidFill>
              <a:effectLst/>
              <a:latin typeface="inherit"/>
            </a:endParaRPr>
          </a:p>
          <a:p>
            <a:pPr algn="l">
              <a:buNone/>
            </a:pPr>
            <a:endParaRPr lang="en-IN" b="0" i="0" dirty="0">
              <a:solidFill>
                <a:srgbClr val="212121"/>
              </a:solidFill>
              <a:effectLst/>
              <a:latin typeface="inherit"/>
            </a:endParaRPr>
          </a:p>
          <a:p>
            <a:pPr algn="l">
              <a:buNone/>
            </a:pPr>
            <a:r>
              <a:rPr lang="en-IN" b="1" i="0" dirty="0">
                <a:solidFill>
                  <a:srgbClr val="008000"/>
                </a:solidFill>
                <a:effectLst/>
                <a:latin typeface="inherit"/>
              </a:rPr>
              <a:t>class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</a:t>
            </a:r>
            <a:r>
              <a:rPr lang="en-IN" b="0" i="0" dirty="0" err="1">
                <a:solidFill>
                  <a:srgbClr val="212121"/>
                </a:solidFill>
                <a:effectLst/>
                <a:latin typeface="inherit"/>
              </a:rPr>
              <a:t>SimpleReflexVacuumAgent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:</a:t>
            </a:r>
            <a:endParaRPr lang="en-IN" b="0" i="0" dirty="0">
              <a:solidFill>
                <a:srgbClr val="212121"/>
              </a:solidFill>
              <a:effectLst/>
              <a:latin typeface="inherit"/>
            </a:endParaRPr>
          </a:p>
          <a:p>
            <a:pPr algn="l">
              <a:buNone/>
            </a:pP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   </a:t>
            </a:r>
            <a:r>
              <a:rPr lang="en-IN" b="1" i="0" dirty="0">
                <a:solidFill>
                  <a:srgbClr val="008000"/>
                </a:solidFill>
                <a:effectLst/>
                <a:latin typeface="inherit"/>
              </a:rPr>
              <a:t>def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__</a:t>
            </a:r>
            <a:r>
              <a:rPr lang="en-IN" b="0" i="0" dirty="0" err="1">
                <a:solidFill>
                  <a:srgbClr val="212121"/>
                </a:solidFill>
                <a:effectLst/>
                <a:latin typeface="inherit"/>
              </a:rPr>
              <a:t>init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__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(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self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):</a:t>
            </a:r>
            <a:endParaRPr lang="en-IN" b="0" i="0" dirty="0">
              <a:solidFill>
                <a:srgbClr val="212121"/>
              </a:solidFill>
              <a:effectLst/>
              <a:latin typeface="inherit"/>
            </a:endParaRPr>
          </a:p>
          <a:p>
            <a:pPr algn="l">
              <a:buNone/>
            </a:pP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       </a:t>
            </a:r>
            <a:r>
              <a:rPr lang="en-IN" b="0" i="0" dirty="0" err="1">
                <a:solidFill>
                  <a:srgbClr val="212121"/>
                </a:solidFill>
                <a:effectLst/>
                <a:latin typeface="inherit"/>
              </a:rPr>
              <a:t>self</a:t>
            </a:r>
            <a:r>
              <a:rPr lang="en-IN" b="1" i="0" dirty="0" err="1">
                <a:solidFill>
                  <a:srgbClr val="AA22FF"/>
                </a:solidFill>
                <a:effectLst/>
                <a:latin typeface="inherit"/>
              </a:rPr>
              <a:t>.</a:t>
            </a:r>
            <a:r>
              <a:rPr lang="en-IN" b="0" i="0" dirty="0" err="1">
                <a:solidFill>
                  <a:srgbClr val="212121"/>
                </a:solidFill>
                <a:effectLst/>
                <a:latin typeface="inherit"/>
              </a:rPr>
              <a:t>actions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</a:t>
            </a:r>
            <a:r>
              <a:rPr lang="en-IN" b="1" i="0" dirty="0">
                <a:solidFill>
                  <a:srgbClr val="AA22FF"/>
                </a:solidFill>
                <a:effectLst/>
                <a:latin typeface="inherit"/>
              </a:rPr>
              <a:t>=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[</a:t>
            </a:r>
            <a:r>
              <a:rPr lang="en-IN" b="0" i="0" dirty="0">
                <a:solidFill>
                  <a:srgbClr val="BA2121"/>
                </a:solidFill>
                <a:effectLst/>
                <a:latin typeface="inherit"/>
              </a:rPr>
              <a:t>"Left"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,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</a:t>
            </a:r>
            <a:r>
              <a:rPr lang="en-IN" b="0" i="0" dirty="0">
                <a:solidFill>
                  <a:srgbClr val="BA2121"/>
                </a:solidFill>
                <a:effectLst/>
                <a:latin typeface="inherit"/>
              </a:rPr>
              <a:t>"Right"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,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</a:t>
            </a:r>
            <a:r>
              <a:rPr lang="en-IN" b="0" i="0" dirty="0">
                <a:solidFill>
                  <a:srgbClr val="BA2121"/>
                </a:solidFill>
                <a:effectLst/>
                <a:latin typeface="inherit"/>
              </a:rPr>
              <a:t>"Suck"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,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</a:t>
            </a:r>
            <a:r>
              <a:rPr lang="en-IN" b="0" i="0" dirty="0">
                <a:solidFill>
                  <a:srgbClr val="BA2121"/>
                </a:solidFill>
                <a:effectLst/>
                <a:latin typeface="inherit"/>
              </a:rPr>
              <a:t>"</a:t>
            </a:r>
            <a:r>
              <a:rPr lang="en-IN" b="0" i="0" dirty="0" err="1">
                <a:solidFill>
                  <a:srgbClr val="BA2121"/>
                </a:solidFill>
                <a:effectLst/>
                <a:latin typeface="inherit"/>
              </a:rPr>
              <a:t>NoOp</a:t>
            </a:r>
            <a:r>
              <a:rPr lang="en-IN" b="0" i="0" dirty="0">
                <a:solidFill>
                  <a:srgbClr val="BA2121"/>
                </a:solidFill>
                <a:effectLst/>
                <a:latin typeface="inherit"/>
              </a:rPr>
              <a:t>"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]</a:t>
            </a:r>
            <a:endParaRPr lang="en-IN" b="0" i="0" dirty="0">
              <a:solidFill>
                <a:srgbClr val="212121"/>
              </a:solidFill>
              <a:effectLst/>
              <a:latin typeface="inherit"/>
            </a:endParaRPr>
          </a:p>
          <a:p>
            <a:pPr algn="l">
              <a:buNone/>
            </a:pPr>
            <a:endParaRPr lang="en-IN" b="0" i="0" dirty="0">
              <a:solidFill>
                <a:srgbClr val="212121"/>
              </a:solidFill>
              <a:effectLst/>
              <a:latin typeface="inherit"/>
            </a:endParaRPr>
          </a:p>
          <a:p>
            <a:pPr algn="l">
              <a:buNone/>
            </a:pP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   </a:t>
            </a:r>
            <a:r>
              <a:rPr lang="en-IN" b="1" i="0" dirty="0">
                <a:solidFill>
                  <a:srgbClr val="008000"/>
                </a:solidFill>
                <a:effectLst/>
                <a:latin typeface="inherit"/>
              </a:rPr>
              <a:t>def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decide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(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self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,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location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,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status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):</a:t>
            </a:r>
            <a:endParaRPr lang="en-IN" b="0" i="0" dirty="0">
              <a:solidFill>
                <a:srgbClr val="212121"/>
              </a:solidFill>
              <a:effectLst/>
              <a:latin typeface="inherit"/>
            </a:endParaRPr>
          </a:p>
          <a:p>
            <a:pPr algn="l">
              <a:buNone/>
            </a:pP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       </a:t>
            </a:r>
            <a:r>
              <a:rPr lang="en-IN" b="1" i="0" dirty="0">
                <a:solidFill>
                  <a:srgbClr val="008000"/>
                </a:solidFill>
                <a:effectLst/>
                <a:latin typeface="inherit"/>
              </a:rPr>
              <a:t>if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status </a:t>
            </a:r>
            <a:r>
              <a:rPr lang="en-IN" b="1" i="0" dirty="0">
                <a:solidFill>
                  <a:srgbClr val="AA22FF"/>
                </a:solidFill>
                <a:effectLst/>
                <a:latin typeface="inherit"/>
              </a:rPr>
              <a:t>==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</a:t>
            </a:r>
            <a:r>
              <a:rPr lang="en-IN" b="0" i="0" dirty="0">
                <a:solidFill>
                  <a:srgbClr val="BA2121"/>
                </a:solidFill>
                <a:effectLst/>
                <a:latin typeface="inherit"/>
              </a:rPr>
              <a:t>"Dirty"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:</a:t>
            </a:r>
            <a:endParaRPr lang="en-IN" b="0" i="0" dirty="0">
              <a:solidFill>
                <a:srgbClr val="212121"/>
              </a:solidFill>
              <a:effectLst/>
              <a:latin typeface="inherit"/>
            </a:endParaRPr>
          </a:p>
          <a:p>
            <a:pPr algn="l">
              <a:buNone/>
            </a:pP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           </a:t>
            </a:r>
            <a:r>
              <a:rPr lang="en-IN" b="1" i="0" dirty="0">
                <a:solidFill>
                  <a:srgbClr val="008000"/>
                </a:solidFill>
                <a:effectLst/>
                <a:latin typeface="inherit"/>
              </a:rPr>
              <a:t>return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</a:t>
            </a:r>
            <a:r>
              <a:rPr lang="en-IN" b="0" i="0" dirty="0">
                <a:solidFill>
                  <a:srgbClr val="BA2121"/>
                </a:solidFill>
                <a:effectLst/>
                <a:latin typeface="inherit"/>
              </a:rPr>
              <a:t>"Suck"</a:t>
            </a:r>
            <a:endParaRPr lang="en-IN" b="0" i="0" dirty="0">
              <a:solidFill>
                <a:srgbClr val="212121"/>
              </a:solidFill>
              <a:effectLst/>
              <a:latin typeface="inherit"/>
            </a:endParaRPr>
          </a:p>
          <a:p>
            <a:pPr algn="l">
              <a:buNone/>
            </a:pP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       </a:t>
            </a:r>
            <a:r>
              <a:rPr lang="en-IN" b="1" i="0" dirty="0" err="1">
                <a:solidFill>
                  <a:srgbClr val="008000"/>
                </a:solidFill>
                <a:effectLst/>
                <a:latin typeface="inherit"/>
              </a:rPr>
              <a:t>elif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location </a:t>
            </a:r>
            <a:r>
              <a:rPr lang="en-IN" b="1" i="0" dirty="0">
                <a:solidFill>
                  <a:srgbClr val="AA22FF"/>
                </a:solidFill>
                <a:effectLst/>
                <a:latin typeface="inherit"/>
              </a:rPr>
              <a:t>==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</a:t>
            </a:r>
            <a:r>
              <a:rPr lang="en-IN" b="0" i="0" dirty="0">
                <a:solidFill>
                  <a:srgbClr val="BA2121"/>
                </a:solidFill>
                <a:effectLst/>
                <a:latin typeface="inherit"/>
              </a:rPr>
              <a:t>"A"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:</a:t>
            </a:r>
            <a:endParaRPr lang="en-IN" b="0" i="0" dirty="0">
              <a:solidFill>
                <a:srgbClr val="212121"/>
              </a:solidFill>
              <a:effectLst/>
              <a:latin typeface="inherit"/>
            </a:endParaRPr>
          </a:p>
          <a:p>
            <a:pPr algn="l">
              <a:buNone/>
            </a:pP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           </a:t>
            </a:r>
            <a:r>
              <a:rPr lang="en-IN" b="1" i="0" dirty="0">
                <a:solidFill>
                  <a:srgbClr val="008000"/>
                </a:solidFill>
                <a:effectLst/>
                <a:latin typeface="inherit"/>
              </a:rPr>
              <a:t>return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</a:t>
            </a:r>
            <a:r>
              <a:rPr lang="en-IN" b="0" i="0" dirty="0">
                <a:solidFill>
                  <a:srgbClr val="BA2121"/>
                </a:solidFill>
                <a:effectLst/>
                <a:latin typeface="inherit"/>
              </a:rPr>
              <a:t>"Right"</a:t>
            </a:r>
            <a:endParaRPr lang="en-IN" b="0" i="0" dirty="0">
              <a:solidFill>
                <a:srgbClr val="212121"/>
              </a:solidFill>
              <a:effectLst/>
              <a:latin typeface="inherit"/>
            </a:endParaRPr>
          </a:p>
          <a:p>
            <a:pPr algn="l">
              <a:buNone/>
            </a:pP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       </a:t>
            </a:r>
            <a:r>
              <a:rPr lang="en-IN" b="1" i="0" dirty="0">
                <a:solidFill>
                  <a:srgbClr val="008000"/>
                </a:solidFill>
                <a:effectLst/>
                <a:latin typeface="inherit"/>
              </a:rPr>
              <a:t>else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:</a:t>
            </a:r>
            <a:endParaRPr lang="en-IN" b="0" i="0" dirty="0">
              <a:solidFill>
                <a:srgbClr val="212121"/>
              </a:solidFill>
              <a:effectLst/>
              <a:latin typeface="inherit"/>
            </a:endParaRPr>
          </a:p>
          <a:p>
            <a:pPr algn="l">
              <a:buNone/>
            </a:pP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           </a:t>
            </a:r>
            <a:r>
              <a:rPr lang="en-IN" b="1" i="0" dirty="0">
                <a:solidFill>
                  <a:srgbClr val="008000"/>
                </a:solidFill>
                <a:effectLst/>
                <a:latin typeface="inherit"/>
              </a:rPr>
              <a:t>return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</a:t>
            </a:r>
            <a:r>
              <a:rPr lang="en-IN" b="0" i="0" dirty="0">
                <a:solidFill>
                  <a:srgbClr val="BA2121"/>
                </a:solidFill>
                <a:effectLst/>
                <a:latin typeface="inherit"/>
              </a:rPr>
              <a:t>"Left"</a:t>
            </a:r>
            <a:endParaRPr lang="en-IN" b="0" i="0" dirty="0">
              <a:solidFill>
                <a:srgbClr val="212121"/>
              </a:solidFill>
              <a:effectLst/>
              <a:latin typeface="inherit"/>
            </a:endParaRPr>
          </a:p>
          <a:p>
            <a:pPr algn="l">
              <a:buNone/>
            </a:pPr>
            <a:endParaRPr lang="en-IN" b="0" i="0" dirty="0">
              <a:solidFill>
                <a:srgbClr val="212121"/>
              </a:solidFill>
              <a:effectLst/>
              <a:latin typeface="inherit"/>
            </a:endParaRPr>
          </a:p>
          <a:p>
            <a:pPr algn="l">
              <a:buNone/>
            </a:pPr>
            <a:r>
              <a:rPr lang="en-IN" b="0" i="1" dirty="0">
                <a:solidFill>
                  <a:srgbClr val="408080"/>
                </a:solidFill>
                <a:effectLst/>
                <a:latin typeface="inherit"/>
              </a:rPr>
              <a:t># Test the agent</a:t>
            </a:r>
            <a:endParaRPr lang="en-IN" b="0" i="0" dirty="0">
              <a:solidFill>
                <a:srgbClr val="212121"/>
              </a:solidFill>
              <a:effectLst/>
              <a:latin typeface="inherit"/>
            </a:endParaRPr>
          </a:p>
          <a:p>
            <a:pPr algn="l">
              <a:buNone/>
            </a:pP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agent </a:t>
            </a:r>
            <a:r>
              <a:rPr lang="en-IN" b="1" i="0" dirty="0">
                <a:solidFill>
                  <a:srgbClr val="AA22FF"/>
                </a:solidFill>
                <a:effectLst/>
                <a:latin typeface="inherit"/>
              </a:rPr>
              <a:t>=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</a:t>
            </a:r>
            <a:r>
              <a:rPr lang="en-IN" b="0" i="0" dirty="0" err="1">
                <a:solidFill>
                  <a:srgbClr val="212121"/>
                </a:solidFill>
                <a:effectLst/>
                <a:latin typeface="inherit"/>
              </a:rPr>
              <a:t>SimpleReflexVacuumAgent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()</a:t>
            </a:r>
            <a:endParaRPr lang="en-IN" b="0" i="0" dirty="0">
              <a:solidFill>
                <a:srgbClr val="212121"/>
              </a:solidFill>
              <a:effectLst/>
              <a:latin typeface="inherit"/>
            </a:endParaRPr>
          </a:p>
          <a:p>
            <a:pPr algn="l">
              <a:buNone/>
            </a:pP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print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(</a:t>
            </a:r>
            <a:r>
              <a:rPr lang="en-IN" b="0" i="0" dirty="0" err="1">
                <a:solidFill>
                  <a:srgbClr val="212121"/>
                </a:solidFill>
                <a:effectLst/>
                <a:latin typeface="inherit"/>
              </a:rPr>
              <a:t>agent</a:t>
            </a:r>
            <a:r>
              <a:rPr lang="en-IN" b="1" i="0" dirty="0" err="1">
                <a:solidFill>
                  <a:srgbClr val="AA22FF"/>
                </a:solidFill>
                <a:effectLst/>
                <a:latin typeface="inherit"/>
              </a:rPr>
              <a:t>.</a:t>
            </a:r>
            <a:r>
              <a:rPr lang="en-IN" b="0" i="0" dirty="0" err="1">
                <a:solidFill>
                  <a:srgbClr val="212121"/>
                </a:solidFill>
                <a:effectLst/>
                <a:latin typeface="inherit"/>
              </a:rPr>
              <a:t>decide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(</a:t>
            </a:r>
            <a:r>
              <a:rPr lang="en-IN" b="0" i="0" dirty="0">
                <a:solidFill>
                  <a:srgbClr val="BA2121"/>
                </a:solidFill>
                <a:effectLst/>
                <a:latin typeface="inherit"/>
              </a:rPr>
              <a:t>"A"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,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</a:t>
            </a:r>
            <a:r>
              <a:rPr lang="en-IN" b="0" i="0" dirty="0">
                <a:solidFill>
                  <a:srgbClr val="BA2121"/>
                </a:solidFill>
                <a:effectLst/>
                <a:latin typeface="inherit"/>
              </a:rPr>
              <a:t>"Dirty"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))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  </a:t>
            </a:r>
            <a:r>
              <a:rPr lang="en-IN" b="0" i="1" dirty="0">
                <a:solidFill>
                  <a:srgbClr val="408080"/>
                </a:solidFill>
                <a:effectLst/>
                <a:latin typeface="inherit"/>
              </a:rPr>
              <a:t># Output: Suck</a:t>
            </a:r>
            <a:endParaRPr lang="en-IN" b="0" i="0" dirty="0">
              <a:solidFill>
                <a:srgbClr val="212121"/>
              </a:solidFill>
              <a:effectLst/>
              <a:latin typeface="inherit"/>
            </a:endParaRPr>
          </a:p>
          <a:p>
            <a:pPr algn="l">
              <a:buNone/>
            </a:pP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print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(</a:t>
            </a:r>
            <a:r>
              <a:rPr lang="en-IN" b="0" i="0" dirty="0" err="1">
                <a:solidFill>
                  <a:srgbClr val="212121"/>
                </a:solidFill>
                <a:effectLst/>
                <a:latin typeface="inherit"/>
              </a:rPr>
              <a:t>agent</a:t>
            </a:r>
            <a:r>
              <a:rPr lang="en-IN" b="1" i="0" dirty="0" err="1">
                <a:solidFill>
                  <a:srgbClr val="AA22FF"/>
                </a:solidFill>
                <a:effectLst/>
                <a:latin typeface="inherit"/>
              </a:rPr>
              <a:t>.</a:t>
            </a:r>
            <a:r>
              <a:rPr lang="en-IN" b="0" i="0" dirty="0" err="1">
                <a:solidFill>
                  <a:srgbClr val="212121"/>
                </a:solidFill>
                <a:effectLst/>
                <a:latin typeface="inherit"/>
              </a:rPr>
              <a:t>decide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(</a:t>
            </a:r>
            <a:r>
              <a:rPr lang="en-IN" b="0" i="0" dirty="0">
                <a:solidFill>
                  <a:srgbClr val="BA2121"/>
                </a:solidFill>
                <a:effectLst/>
                <a:latin typeface="inherit"/>
              </a:rPr>
              <a:t>"A"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,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</a:t>
            </a:r>
            <a:r>
              <a:rPr lang="en-IN" b="0" i="0" dirty="0">
                <a:solidFill>
                  <a:srgbClr val="BA2121"/>
                </a:solidFill>
                <a:effectLst/>
                <a:latin typeface="inherit"/>
              </a:rPr>
              <a:t>"Clean"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))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  </a:t>
            </a:r>
            <a:r>
              <a:rPr lang="en-IN" b="0" i="1" dirty="0">
                <a:solidFill>
                  <a:srgbClr val="408080"/>
                </a:solidFill>
                <a:effectLst/>
                <a:latin typeface="inherit"/>
              </a:rPr>
              <a:t># Output: Right</a:t>
            </a:r>
            <a:endParaRPr lang="en-IN" b="0" i="0" dirty="0">
              <a:solidFill>
                <a:srgbClr val="212121"/>
              </a:solidFill>
              <a:effectLst/>
              <a:latin typeface="inherit"/>
            </a:endParaRPr>
          </a:p>
        </p:txBody>
      </p:sp>
    </p:spTree>
    <p:extLst>
      <p:ext uri="{BB962C8B-B14F-4D97-AF65-F5344CB8AC3E}">
        <p14:creationId xmlns:p14="http://schemas.microsoft.com/office/powerpoint/2010/main" val="3876901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extBox 4">
            <a:extLst>
              <a:ext uri="{FF2B5EF4-FFF2-40B4-BE49-F238E27FC236}">
                <a16:creationId xmlns:a16="http://schemas.microsoft.com/office/drawing/2014/main" id="{055B8E17-E31A-340A-16BF-3FCA26EDAAA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95114296"/>
              </p:ext>
            </p:extLst>
          </p:nvPr>
        </p:nvGraphicFramePr>
        <p:xfrm>
          <a:off x="1166134" y="1268506"/>
          <a:ext cx="9859731" cy="43209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668844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AA54B9-8F99-BB1D-E953-9EE701A512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411" y="609380"/>
            <a:ext cx="11385177" cy="5639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7777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197E49-4351-D048-FAEA-E963C4DF8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5ECEC321-884C-1325-CBD8-CD3E03D90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9BB76FE0-5046-804A-AEFA-57E6A750CC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1564726" y="1890469"/>
            <a:ext cx="5860051" cy="2079143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6DF69C4E-B50B-D07D-37C9-C65E1F32A9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6445B627-F89A-6BA3-1CFE-66CE352132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5" name="Rectangle 54">
            <a:extLst>
              <a:ext uri="{FF2B5EF4-FFF2-40B4-BE49-F238E27FC236}">
                <a16:creationId xmlns:a16="http://schemas.microsoft.com/office/drawing/2014/main" id="{123CAFB1-D664-C79F-5AC6-D1EDB6337E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466344"/>
            <a:ext cx="11111729" cy="59178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2A0F5E-06AA-059F-3D71-CE5686F89A17}"/>
              </a:ext>
            </a:extLst>
          </p:cNvPr>
          <p:cNvSpPr txBox="1"/>
          <p:nvPr/>
        </p:nvSpPr>
        <p:spPr>
          <a:xfrm>
            <a:off x="579528" y="629113"/>
            <a:ext cx="10309412" cy="10235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     2. </a:t>
            </a:r>
            <a:r>
              <a:rPr lang="en-US" sz="5200" b="1" dirty="0">
                <a:latin typeface="+mj-lt"/>
                <a:ea typeface="+mj-ea"/>
                <a:cs typeface="+mj-cs"/>
              </a:rPr>
              <a:t>MODEL BASED</a:t>
            </a:r>
            <a:r>
              <a:rPr lang="en-US" sz="5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REFLEX AGENTS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D40FFE-398D-AFBE-7421-4322A682678C}"/>
              </a:ext>
            </a:extLst>
          </p:cNvPr>
          <p:cNvSpPr/>
          <p:nvPr/>
        </p:nvSpPr>
        <p:spPr>
          <a:xfrm>
            <a:off x="1834351" y="1436642"/>
            <a:ext cx="7933765" cy="4260249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Maintains an </a:t>
            </a:r>
            <a:r>
              <a:rPr lang="en-US" b="1" dirty="0"/>
              <a:t>internal state</a:t>
            </a:r>
            <a:r>
              <a:rPr lang="en-US" dirty="0"/>
              <a:t> representing unobserved parts of the</a:t>
            </a:r>
          </a:p>
          <a:p>
            <a:r>
              <a:rPr lang="en-US" dirty="0"/>
              <a:t>      environment.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Updates its internal model using </a:t>
            </a:r>
            <a:r>
              <a:rPr lang="en-US" b="1" dirty="0"/>
              <a:t>percept history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More capable than simple reflex agents in </a:t>
            </a:r>
            <a:r>
              <a:rPr lang="en-US" b="1" dirty="0"/>
              <a:t>dynamic environments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Uses internal information to choose appropriate actions.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Handles </a:t>
            </a:r>
            <a:r>
              <a:rPr lang="en-US" b="1" dirty="0"/>
              <a:t>partial observability</a:t>
            </a:r>
            <a:r>
              <a:rPr lang="en-US" dirty="0"/>
              <a:t> more effectively.</a:t>
            </a:r>
          </a:p>
        </p:txBody>
      </p:sp>
    </p:spTree>
    <p:extLst>
      <p:ext uri="{BB962C8B-B14F-4D97-AF65-F5344CB8AC3E}">
        <p14:creationId xmlns:p14="http://schemas.microsoft.com/office/powerpoint/2010/main" val="29228358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4B0BAEF-BAA9-31FE-0406-C2FBFA1A27EE}"/>
              </a:ext>
            </a:extLst>
          </p:cNvPr>
          <p:cNvSpPr txBox="1"/>
          <p:nvPr/>
        </p:nvSpPr>
        <p:spPr>
          <a:xfrm>
            <a:off x="376517" y="506911"/>
            <a:ext cx="8613058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i="1" dirty="0"/>
              <a:t>#Model-Based Reflex Agent</a:t>
            </a:r>
            <a:endParaRPr lang="en-IN" dirty="0"/>
          </a:p>
          <a:p>
            <a:pPr algn="l">
              <a:buNone/>
            </a:pPr>
            <a:endParaRPr lang="en-IN" b="1" i="0" dirty="0">
              <a:solidFill>
                <a:srgbClr val="008000"/>
              </a:solidFill>
              <a:effectLst/>
              <a:latin typeface="inherit"/>
            </a:endParaRPr>
          </a:p>
          <a:p>
            <a:pPr algn="l">
              <a:buNone/>
            </a:pPr>
            <a:r>
              <a:rPr lang="en-IN" b="1" i="0" dirty="0">
                <a:solidFill>
                  <a:srgbClr val="008000"/>
                </a:solidFill>
                <a:effectLst/>
                <a:latin typeface="inherit"/>
              </a:rPr>
              <a:t>class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</a:t>
            </a:r>
            <a:r>
              <a:rPr lang="en-IN" b="0" i="0" dirty="0" err="1">
                <a:solidFill>
                  <a:srgbClr val="212121"/>
                </a:solidFill>
                <a:effectLst/>
                <a:latin typeface="inherit"/>
              </a:rPr>
              <a:t>ModelBasedVacuumAgent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:</a:t>
            </a:r>
            <a:endParaRPr lang="en-IN" b="0" i="0" dirty="0">
              <a:solidFill>
                <a:srgbClr val="212121"/>
              </a:solidFill>
              <a:effectLst/>
              <a:latin typeface="inherit"/>
            </a:endParaRPr>
          </a:p>
          <a:p>
            <a:pPr algn="l">
              <a:buNone/>
            </a:pP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   </a:t>
            </a:r>
            <a:r>
              <a:rPr lang="en-IN" b="1" i="0" dirty="0">
                <a:solidFill>
                  <a:srgbClr val="008000"/>
                </a:solidFill>
                <a:effectLst/>
                <a:latin typeface="inherit"/>
              </a:rPr>
              <a:t>def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__</a:t>
            </a:r>
            <a:r>
              <a:rPr lang="en-IN" b="0" i="0" dirty="0" err="1">
                <a:solidFill>
                  <a:srgbClr val="212121"/>
                </a:solidFill>
                <a:effectLst/>
                <a:latin typeface="inherit"/>
              </a:rPr>
              <a:t>init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__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(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self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):</a:t>
            </a:r>
            <a:endParaRPr lang="en-IN" b="0" i="0" dirty="0">
              <a:solidFill>
                <a:srgbClr val="212121"/>
              </a:solidFill>
              <a:effectLst/>
              <a:latin typeface="inherit"/>
            </a:endParaRPr>
          </a:p>
          <a:p>
            <a:pPr algn="l">
              <a:buNone/>
            </a:pP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       </a:t>
            </a:r>
            <a:r>
              <a:rPr lang="en-IN" b="0" i="0" dirty="0" err="1">
                <a:solidFill>
                  <a:srgbClr val="212121"/>
                </a:solidFill>
                <a:effectLst/>
                <a:latin typeface="inherit"/>
              </a:rPr>
              <a:t>self</a:t>
            </a:r>
            <a:r>
              <a:rPr lang="en-IN" b="1" i="0" dirty="0" err="1">
                <a:solidFill>
                  <a:srgbClr val="AA22FF"/>
                </a:solidFill>
                <a:effectLst/>
                <a:latin typeface="inherit"/>
              </a:rPr>
              <a:t>.</a:t>
            </a:r>
            <a:r>
              <a:rPr lang="en-IN" b="0" i="0" dirty="0" err="1">
                <a:solidFill>
                  <a:srgbClr val="212121"/>
                </a:solidFill>
                <a:effectLst/>
                <a:latin typeface="inherit"/>
              </a:rPr>
              <a:t>model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</a:t>
            </a:r>
            <a:r>
              <a:rPr lang="en-IN" b="1" i="0" dirty="0">
                <a:solidFill>
                  <a:srgbClr val="AA22FF"/>
                </a:solidFill>
                <a:effectLst/>
                <a:latin typeface="inherit"/>
              </a:rPr>
              <a:t>=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{</a:t>
            </a:r>
            <a:r>
              <a:rPr lang="en-IN" b="0" i="0" dirty="0">
                <a:solidFill>
                  <a:srgbClr val="BA2121"/>
                </a:solidFill>
                <a:effectLst/>
                <a:latin typeface="inherit"/>
              </a:rPr>
              <a:t>"A"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: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</a:t>
            </a:r>
            <a:r>
              <a:rPr lang="en-IN" b="1" i="0" dirty="0">
                <a:solidFill>
                  <a:srgbClr val="008000"/>
                </a:solidFill>
                <a:effectLst/>
                <a:latin typeface="inherit"/>
              </a:rPr>
              <a:t>None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,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</a:t>
            </a:r>
            <a:r>
              <a:rPr lang="en-IN" b="0" i="0" dirty="0">
                <a:solidFill>
                  <a:srgbClr val="BA2121"/>
                </a:solidFill>
                <a:effectLst/>
                <a:latin typeface="inherit"/>
              </a:rPr>
              <a:t>"B"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: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</a:t>
            </a:r>
            <a:r>
              <a:rPr lang="en-IN" b="1" i="0" dirty="0">
                <a:solidFill>
                  <a:srgbClr val="008000"/>
                </a:solidFill>
                <a:effectLst/>
                <a:latin typeface="inherit"/>
              </a:rPr>
              <a:t>None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}</a:t>
            </a:r>
            <a:endParaRPr lang="en-IN" b="0" i="0" dirty="0">
              <a:solidFill>
                <a:srgbClr val="212121"/>
              </a:solidFill>
              <a:effectLst/>
              <a:latin typeface="inherit"/>
            </a:endParaRPr>
          </a:p>
          <a:p>
            <a:pPr algn="l">
              <a:buNone/>
            </a:pPr>
            <a:endParaRPr lang="en-IN" b="0" i="0" dirty="0">
              <a:solidFill>
                <a:srgbClr val="212121"/>
              </a:solidFill>
              <a:effectLst/>
              <a:latin typeface="inherit"/>
            </a:endParaRPr>
          </a:p>
          <a:p>
            <a:pPr algn="l">
              <a:buNone/>
            </a:pP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   </a:t>
            </a:r>
            <a:r>
              <a:rPr lang="en-IN" b="1" i="0" dirty="0">
                <a:solidFill>
                  <a:srgbClr val="008000"/>
                </a:solidFill>
                <a:effectLst/>
                <a:latin typeface="inherit"/>
              </a:rPr>
              <a:t>def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decide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(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self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,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location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,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status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):</a:t>
            </a:r>
            <a:endParaRPr lang="en-IN" b="0" i="0" dirty="0">
              <a:solidFill>
                <a:srgbClr val="212121"/>
              </a:solidFill>
              <a:effectLst/>
              <a:latin typeface="inherit"/>
            </a:endParaRPr>
          </a:p>
          <a:p>
            <a:pPr algn="l">
              <a:buNone/>
            </a:pP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       </a:t>
            </a:r>
            <a:r>
              <a:rPr lang="en-IN" b="0" i="0" dirty="0" err="1">
                <a:solidFill>
                  <a:srgbClr val="212121"/>
                </a:solidFill>
                <a:effectLst/>
                <a:latin typeface="inherit"/>
              </a:rPr>
              <a:t>self</a:t>
            </a:r>
            <a:r>
              <a:rPr lang="en-IN" b="1" i="0" dirty="0" err="1">
                <a:solidFill>
                  <a:srgbClr val="AA22FF"/>
                </a:solidFill>
                <a:effectLst/>
                <a:latin typeface="inherit"/>
              </a:rPr>
              <a:t>.</a:t>
            </a:r>
            <a:r>
              <a:rPr lang="en-IN" b="0" i="0" dirty="0" err="1">
                <a:solidFill>
                  <a:srgbClr val="212121"/>
                </a:solidFill>
                <a:effectLst/>
                <a:latin typeface="inherit"/>
              </a:rPr>
              <a:t>model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[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location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]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</a:t>
            </a:r>
            <a:r>
              <a:rPr lang="en-IN" b="1" i="0" dirty="0">
                <a:solidFill>
                  <a:srgbClr val="AA22FF"/>
                </a:solidFill>
                <a:effectLst/>
                <a:latin typeface="inherit"/>
              </a:rPr>
              <a:t>=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status</a:t>
            </a:r>
          </a:p>
          <a:p>
            <a:pPr algn="l">
              <a:buNone/>
            </a:pP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       </a:t>
            </a:r>
            <a:r>
              <a:rPr lang="en-IN" b="1" i="0" dirty="0">
                <a:solidFill>
                  <a:srgbClr val="008000"/>
                </a:solidFill>
                <a:effectLst/>
                <a:latin typeface="inherit"/>
              </a:rPr>
              <a:t>if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</a:t>
            </a:r>
            <a:r>
              <a:rPr lang="en-IN" b="0" i="0" dirty="0" err="1">
                <a:solidFill>
                  <a:srgbClr val="212121"/>
                </a:solidFill>
                <a:effectLst/>
                <a:latin typeface="inherit"/>
              </a:rPr>
              <a:t>self</a:t>
            </a:r>
            <a:r>
              <a:rPr lang="en-IN" b="1" i="0" dirty="0" err="1">
                <a:solidFill>
                  <a:srgbClr val="AA22FF"/>
                </a:solidFill>
                <a:effectLst/>
                <a:latin typeface="inherit"/>
              </a:rPr>
              <a:t>.</a:t>
            </a:r>
            <a:r>
              <a:rPr lang="en-IN" b="0" i="0" dirty="0" err="1">
                <a:solidFill>
                  <a:srgbClr val="212121"/>
                </a:solidFill>
                <a:effectLst/>
                <a:latin typeface="inherit"/>
              </a:rPr>
              <a:t>model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[</a:t>
            </a:r>
            <a:r>
              <a:rPr lang="en-IN" b="0" i="0" dirty="0">
                <a:solidFill>
                  <a:srgbClr val="BA2121"/>
                </a:solidFill>
                <a:effectLst/>
                <a:latin typeface="inherit"/>
              </a:rPr>
              <a:t>"A"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]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</a:t>
            </a:r>
            <a:r>
              <a:rPr lang="en-IN" b="1" i="0" dirty="0">
                <a:solidFill>
                  <a:srgbClr val="AA22FF"/>
                </a:solidFill>
                <a:effectLst/>
                <a:latin typeface="inherit"/>
              </a:rPr>
              <a:t>==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</a:t>
            </a:r>
            <a:r>
              <a:rPr lang="en-IN" b="0" i="0" dirty="0">
                <a:solidFill>
                  <a:srgbClr val="BA2121"/>
                </a:solidFill>
                <a:effectLst/>
                <a:latin typeface="inherit"/>
              </a:rPr>
              <a:t>"Clean"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</a:t>
            </a:r>
            <a:r>
              <a:rPr lang="en-IN" b="1" i="0" dirty="0">
                <a:solidFill>
                  <a:srgbClr val="AA22FF"/>
                </a:solidFill>
                <a:effectLst/>
                <a:latin typeface="inherit"/>
              </a:rPr>
              <a:t>and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</a:t>
            </a:r>
            <a:r>
              <a:rPr lang="en-IN" b="0" i="0" dirty="0" err="1">
                <a:solidFill>
                  <a:srgbClr val="212121"/>
                </a:solidFill>
                <a:effectLst/>
                <a:latin typeface="inherit"/>
              </a:rPr>
              <a:t>self</a:t>
            </a:r>
            <a:r>
              <a:rPr lang="en-IN" b="1" i="0" dirty="0" err="1">
                <a:solidFill>
                  <a:srgbClr val="AA22FF"/>
                </a:solidFill>
                <a:effectLst/>
                <a:latin typeface="inherit"/>
              </a:rPr>
              <a:t>.</a:t>
            </a:r>
            <a:r>
              <a:rPr lang="en-IN" b="0" i="0" dirty="0" err="1">
                <a:solidFill>
                  <a:srgbClr val="212121"/>
                </a:solidFill>
                <a:effectLst/>
                <a:latin typeface="inherit"/>
              </a:rPr>
              <a:t>model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[</a:t>
            </a:r>
            <a:r>
              <a:rPr lang="en-IN" b="0" i="0" dirty="0">
                <a:solidFill>
                  <a:srgbClr val="BA2121"/>
                </a:solidFill>
                <a:effectLst/>
                <a:latin typeface="inherit"/>
              </a:rPr>
              <a:t>"B"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]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</a:t>
            </a:r>
            <a:r>
              <a:rPr lang="en-IN" b="1" i="0" dirty="0">
                <a:solidFill>
                  <a:srgbClr val="AA22FF"/>
                </a:solidFill>
                <a:effectLst/>
                <a:latin typeface="inherit"/>
              </a:rPr>
              <a:t>==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</a:t>
            </a:r>
            <a:r>
              <a:rPr lang="en-IN" b="0" i="0" dirty="0">
                <a:solidFill>
                  <a:srgbClr val="BA2121"/>
                </a:solidFill>
                <a:effectLst/>
                <a:latin typeface="inherit"/>
              </a:rPr>
              <a:t>"Clean"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:</a:t>
            </a:r>
            <a:endParaRPr lang="en-IN" b="0" i="0" dirty="0">
              <a:solidFill>
                <a:srgbClr val="212121"/>
              </a:solidFill>
              <a:effectLst/>
              <a:latin typeface="inherit"/>
            </a:endParaRPr>
          </a:p>
          <a:p>
            <a:pPr algn="l">
              <a:buNone/>
            </a:pP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           </a:t>
            </a:r>
            <a:r>
              <a:rPr lang="en-IN" b="1" i="0" dirty="0">
                <a:solidFill>
                  <a:srgbClr val="008000"/>
                </a:solidFill>
                <a:effectLst/>
                <a:latin typeface="inherit"/>
              </a:rPr>
              <a:t>return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</a:t>
            </a:r>
            <a:r>
              <a:rPr lang="en-IN" b="0" i="0" dirty="0">
                <a:solidFill>
                  <a:srgbClr val="BA2121"/>
                </a:solidFill>
                <a:effectLst/>
                <a:latin typeface="inherit"/>
              </a:rPr>
              <a:t>"</a:t>
            </a:r>
            <a:r>
              <a:rPr lang="en-IN" b="0" i="0" dirty="0" err="1">
                <a:solidFill>
                  <a:srgbClr val="BA2121"/>
                </a:solidFill>
                <a:effectLst/>
                <a:latin typeface="inherit"/>
              </a:rPr>
              <a:t>NoOp</a:t>
            </a:r>
            <a:r>
              <a:rPr lang="en-IN" b="0" i="0" dirty="0">
                <a:solidFill>
                  <a:srgbClr val="BA2121"/>
                </a:solidFill>
                <a:effectLst/>
                <a:latin typeface="inherit"/>
              </a:rPr>
              <a:t>"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 </a:t>
            </a:r>
            <a:r>
              <a:rPr lang="en-IN" b="0" i="1" dirty="0">
                <a:solidFill>
                  <a:srgbClr val="408080"/>
                </a:solidFill>
                <a:effectLst/>
                <a:latin typeface="inherit"/>
              </a:rPr>
              <a:t># Done</a:t>
            </a:r>
            <a:endParaRPr lang="en-IN" b="0" i="0" dirty="0">
              <a:solidFill>
                <a:srgbClr val="212121"/>
              </a:solidFill>
              <a:effectLst/>
              <a:latin typeface="inherit"/>
            </a:endParaRPr>
          </a:p>
          <a:p>
            <a:pPr algn="l">
              <a:buNone/>
            </a:pP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       </a:t>
            </a:r>
            <a:r>
              <a:rPr lang="en-IN" b="1" i="0" dirty="0" err="1">
                <a:solidFill>
                  <a:srgbClr val="008000"/>
                </a:solidFill>
                <a:effectLst/>
                <a:latin typeface="inherit"/>
              </a:rPr>
              <a:t>elif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status </a:t>
            </a:r>
            <a:r>
              <a:rPr lang="en-IN" b="1" i="0" dirty="0">
                <a:solidFill>
                  <a:srgbClr val="AA22FF"/>
                </a:solidFill>
                <a:effectLst/>
                <a:latin typeface="inherit"/>
              </a:rPr>
              <a:t>==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</a:t>
            </a:r>
            <a:r>
              <a:rPr lang="en-IN" b="0" i="0" dirty="0">
                <a:solidFill>
                  <a:srgbClr val="BA2121"/>
                </a:solidFill>
                <a:effectLst/>
                <a:latin typeface="inherit"/>
              </a:rPr>
              <a:t>"Dirty"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:</a:t>
            </a:r>
            <a:endParaRPr lang="en-IN" b="0" i="0" dirty="0">
              <a:solidFill>
                <a:srgbClr val="212121"/>
              </a:solidFill>
              <a:effectLst/>
              <a:latin typeface="inherit"/>
            </a:endParaRPr>
          </a:p>
          <a:p>
            <a:pPr algn="l">
              <a:buNone/>
            </a:pP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           </a:t>
            </a:r>
            <a:r>
              <a:rPr lang="en-IN" b="1" i="0" dirty="0">
                <a:solidFill>
                  <a:srgbClr val="008000"/>
                </a:solidFill>
                <a:effectLst/>
                <a:latin typeface="inherit"/>
              </a:rPr>
              <a:t>return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</a:t>
            </a:r>
            <a:r>
              <a:rPr lang="en-IN" b="0" i="0" dirty="0">
                <a:solidFill>
                  <a:srgbClr val="BA2121"/>
                </a:solidFill>
                <a:effectLst/>
                <a:latin typeface="inherit"/>
              </a:rPr>
              <a:t>"Suck"</a:t>
            </a:r>
            <a:endParaRPr lang="en-IN" b="0" i="0" dirty="0">
              <a:solidFill>
                <a:srgbClr val="212121"/>
              </a:solidFill>
              <a:effectLst/>
              <a:latin typeface="inherit"/>
            </a:endParaRPr>
          </a:p>
          <a:p>
            <a:pPr algn="l">
              <a:buNone/>
            </a:pP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       </a:t>
            </a:r>
            <a:r>
              <a:rPr lang="en-IN" b="1" i="0" dirty="0" err="1">
                <a:solidFill>
                  <a:srgbClr val="008000"/>
                </a:solidFill>
                <a:effectLst/>
                <a:latin typeface="inherit"/>
              </a:rPr>
              <a:t>elif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location </a:t>
            </a:r>
            <a:r>
              <a:rPr lang="en-IN" b="1" i="0" dirty="0">
                <a:solidFill>
                  <a:srgbClr val="AA22FF"/>
                </a:solidFill>
                <a:effectLst/>
                <a:latin typeface="inherit"/>
              </a:rPr>
              <a:t>==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</a:t>
            </a:r>
            <a:r>
              <a:rPr lang="en-IN" b="0" i="0" dirty="0">
                <a:solidFill>
                  <a:srgbClr val="BA2121"/>
                </a:solidFill>
                <a:effectLst/>
                <a:latin typeface="inherit"/>
              </a:rPr>
              <a:t>"A"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:</a:t>
            </a:r>
            <a:endParaRPr lang="en-IN" b="0" i="0" dirty="0">
              <a:solidFill>
                <a:srgbClr val="212121"/>
              </a:solidFill>
              <a:effectLst/>
              <a:latin typeface="inherit"/>
            </a:endParaRPr>
          </a:p>
          <a:p>
            <a:pPr algn="l">
              <a:buNone/>
            </a:pP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           </a:t>
            </a:r>
            <a:r>
              <a:rPr lang="en-IN" b="1" i="0" dirty="0">
                <a:solidFill>
                  <a:srgbClr val="008000"/>
                </a:solidFill>
                <a:effectLst/>
                <a:latin typeface="inherit"/>
              </a:rPr>
              <a:t>return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</a:t>
            </a:r>
            <a:r>
              <a:rPr lang="en-IN" b="0" i="0" dirty="0">
                <a:solidFill>
                  <a:srgbClr val="BA2121"/>
                </a:solidFill>
                <a:effectLst/>
                <a:latin typeface="inherit"/>
              </a:rPr>
              <a:t>"Right"</a:t>
            </a:r>
            <a:endParaRPr lang="en-IN" b="0" i="0" dirty="0">
              <a:solidFill>
                <a:srgbClr val="212121"/>
              </a:solidFill>
              <a:effectLst/>
              <a:latin typeface="inherit"/>
            </a:endParaRPr>
          </a:p>
          <a:p>
            <a:pPr algn="l">
              <a:buNone/>
            </a:pP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       </a:t>
            </a:r>
            <a:r>
              <a:rPr lang="en-IN" b="1" i="0" dirty="0">
                <a:solidFill>
                  <a:srgbClr val="008000"/>
                </a:solidFill>
                <a:effectLst/>
                <a:latin typeface="inherit"/>
              </a:rPr>
              <a:t>else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:</a:t>
            </a:r>
            <a:endParaRPr lang="en-IN" b="0" i="0" dirty="0">
              <a:solidFill>
                <a:srgbClr val="212121"/>
              </a:solidFill>
              <a:effectLst/>
              <a:latin typeface="inherit"/>
            </a:endParaRPr>
          </a:p>
          <a:p>
            <a:pPr algn="l">
              <a:buNone/>
            </a:pP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           </a:t>
            </a:r>
            <a:r>
              <a:rPr lang="en-IN" b="1" i="0" dirty="0">
                <a:solidFill>
                  <a:srgbClr val="008000"/>
                </a:solidFill>
                <a:effectLst/>
                <a:latin typeface="inherit"/>
              </a:rPr>
              <a:t>return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</a:t>
            </a:r>
            <a:r>
              <a:rPr lang="en-IN" b="0" i="0" dirty="0">
                <a:solidFill>
                  <a:srgbClr val="BA2121"/>
                </a:solidFill>
                <a:effectLst/>
                <a:latin typeface="inherit"/>
              </a:rPr>
              <a:t>"Left"</a:t>
            </a:r>
            <a:endParaRPr lang="en-IN" b="0" i="0" dirty="0">
              <a:solidFill>
                <a:srgbClr val="212121"/>
              </a:solidFill>
              <a:effectLst/>
              <a:latin typeface="inherit"/>
            </a:endParaRPr>
          </a:p>
          <a:p>
            <a:pPr algn="l">
              <a:buNone/>
            </a:pPr>
            <a:endParaRPr lang="en-IN" b="0" i="0" dirty="0">
              <a:solidFill>
                <a:srgbClr val="212121"/>
              </a:solidFill>
              <a:effectLst/>
              <a:latin typeface="inherit"/>
            </a:endParaRPr>
          </a:p>
          <a:p>
            <a:pPr algn="l">
              <a:buNone/>
            </a:pPr>
            <a:r>
              <a:rPr lang="en-IN" b="0" i="1" dirty="0">
                <a:solidFill>
                  <a:srgbClr val="408080"/>
                </a:solidFill>
                <a:effectLst/>
                <a:latin typeface="inherit"/>
              </a:rPr>
              <a:t># Test</a:t>
            </a:r>
            <a:endParaRPr lang="en-IN" b="0" i="0" dirty="0">
              <a:solidFill>
                <a:srgbClr val="212121"/>
              </a:solidFill>
              <a:effectLst/>
              <a:latin typeface="inherit"/>
            </a:endParaRPr>
          </a:p>
          <a:p>
            <a:pPr algn="l">
              <a:buNone/>
            </a:pP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agent </a:t>
            </a:r>
            <a:r>
              <a:rPr lang="en-IN" b="1" i="0" dirty="0">
                <a:solidFill>
                  <a:srgbClr val="AA22FF"/>
                </a:solidFill>
                <a:effectLst/>
                <a:latin typeface="inherit"/>
              </a:rPr>
              <a:t>=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</a:t>
            </a:r>
            <a:r>
              <a:rPr lang="en-IN" b="0" i="0" dirty="0" err="1">
                <a:solidFill>
                  <a:srgbClr val="212121"/>
                </a:solidFill>
                <a:effectLst/>
                <a:latin typeface="inherit"/>
              </a:rPr>
              <a:t>ModelBasedVacuumAgent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()</a:t>
            </a:r>
            <a:endParaRPr lang="en-IN" b="0" i="0" dirty="0">
              <a:solidFill>
                <a:srgbClr val="212121"/>
              </a:solidFill>
              <a:effectLst/>
              <a:latin typeface="inherit"/>
            </a:endParaRPr>
          </a:p>
          <a:p>
            <a:pPr algn="l">
              <a:buNone/>
            </a:pP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print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(</a:t>
            </a:r>
            <a:r>
              <a:rPr lang="en-IN" b="0" i="0" dirty="0" err="1">
                <a:solidFill>
                  <a:srgbClr val="212121"/>
                </a:solidFill>
                <a:effectLst/>
                <a:latin typeface="inherit"/>
              </a:rPr>
              <a:t>agent</a:t>
            </a:r>
            <a:r>
              <a:rPr lang="en-IN" b="1" i="0" dirty="0" err="1">
                <a:solidFill>
                  <a:srgbClr val="AA22FF"/>
                </a:solidFill>
                <a:effectLst/>
                <a:latin typeface="inherit"/>
              </a:rPr>
              <a:t>.</a:t>
            </a:r>
            <a:r>
              <a:rPr lang="en-IN" b="0" i="0" dirty="0" err="1">
                <a:solidFill>
                  <a:srgbClr val="212121"/>
                </a:solidFill>
                <a:effectLst/>
                <a:latin typeface="inherit"/>
              </a:rPr>
              <a:t>decide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(</a:t>
            </a:r>
            <a:r>
              <a:rPr lang="en-IN" b="0" i="0" dirty="0">
                <a:solidFill>
                  <a:srgbClr val="BA2121"/>
                </a:solidFill>
                <a:effectLst/>
                <a:latin typeface="inherit"/>
              </a:rPr>
              <a:t>"A"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,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</a:t>
            </a:r>
            <a:r>
              <a:rPr lang="en-IN" b="0" i="0" dirty="0">
                <a:solidFill>
                  <a:srgbClr val="BA2121"/>
                </a:solidFill>
                <a:effectLst/>
                <a:latin typeface="inherit"/>
              </a:rPr>
              <a:t>"Dirty"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))</a:t>
            </a:r>
            <a:endParaRPr lang="en-IN" b="0" i="0" dirty="0">
              <a:solidFill>
                <a:srgbClr val="212121"/>
              </a:solidFill>
              <a:effectLst/>
              <a:latin typeface="inherit"/>
            </a:endParaRPr>
          </a:p>
          <a:p>
            <a:pPr algn="l">
              <a:buNone/>
            </a:pP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print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(</a:t>
            </a:r>
            <a:r>
              <a:rPr lang="en-IN" b="0" i="0" dirty="0" err="1">
                <a:solidFill>
                  <a:srgbClr val="212121"/>
                </a:solidFill>
                <a:effectLst/>
                <a:latin typeface="inherit"/>
              </a:rPr>
              <a:t>agent</a:t>
            </a:r>
            <a:r>
              <a:rPr lang="en-IN" b="1" i="0" dirty="0" err="1">
                <a:solidFill>
                  <a:srgbClr val="AA22FF"/>
                </a:solidFill>
                <a:effectLst/>
                <a:latin typeface="inherit"/>
              </a:rPr>
              <a:t>.</a:t>
            </a:r>
            <a:r>
              <a:rPr lang="en-IN" b="0" i="0" dirty="0" err="1">
                <a:solidFill>
                  <a:srgbClr val="212121"/>
                </a:solidFill>
                <a:effectLst/>
                <a:latin typeface="inherit"/>
              </a:rPr>
              <a:t>decide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(</a:t>
            </a:r>
            <a:r>
              <a:rPr lang="en-IN" b="0" i="0" dirty="0">
                <a:solidFill>
                  <a:srgbClr val="BA2121"/>
                </a:solidFill>
                <a:effectLst/>
                <a:latin typeface="inherit"/>
              </a:rPr>
              <a:t>"A"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,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</a:t>
            </a:r>
            <a:r>
              <a:rPr lang="en-IN" b="0" i="0" dirty="0">
                <a:solidFill>
                  <a:srgbClr val="BA2121"/>
                </a:solidFill>
                <a:effectLst/>
                <a:latin typeface="inherit"/>
              </a:rPr>
              <a:t>"Clean"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))</a:t>
            </a:r>
            <a:endParaRPr lang="en-IN" b="0" i="0" dirty="0">
              <a:solidFill>
                <a:srgbClr val="212121"/>
              </a:solidFill>
              <a:effectLst/>
              <a:latin typeface="inheri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87B90A-C634-1208-E975-631ABAF123D8}"/>
              </a:ext>
            </a:extLst>
          </p:cNvPr>
          <p:cNvSpPr txBox="1"/>
          <p:nvPr/>
        </p:nvSpPr>
        <p:spPr>
          <a:xfrm>
            <a:off x="5859446" y="6368736"/>
            <a:ext cx="38345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endParaRPr lang="en-IN" b="0" i="0" dirty="0">
              <a:effectLst/>
              <a:latin typeface="inherit"/>
            </a:endParaRPr>
          </a:p>
          <a:p>
            <a:pPr algn="l" latinLnBrk="1">
              <a:buNone/>
            </a:pPr>
            <a:endParaRPr lang="en-IN" b="0" i="0" dirty="0">
              <a:effectLst/>
              <a:latin typeface="inheri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32ACEA0-420B-5080-2AEC-55EDC87D5018}"/>
              </a:ext>
            </a:extLst>
          </p:cNvPr>
          <p:cNvSpPr/>
          <p:nvPr/>
        </p:nvSpPr>
        <p:spPr>
          <a:xfrm>
            <a:off x="439271" y="506911"/>
            <a:ext cx="10318376" cy="5909310"/>
          </a:xfrm>
          <a:prstGeom prst="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19118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56928C0-1221-96A2-CE2E-8851E0108555}"/>
              </a:ext>
            </a:extLst>
          </p:cNvPr>
          <p:cNvSpPr txBox="1"/>
          <p:nvPr/>
        </p:nvSpPr>
        <p:spPr>
          <a:xfrm>
            <a:off x="1351549" y="1721223"/>
            <a:ext cx="8518591" cy="341555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Maintains an internal model of environment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Stores cleanliness of rooms A &amp; B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If both clean → </a:t>
            </a:r>
            <a:r>
              <a:rPr lang="en-US" sz="200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NoOp</a:t>
            </a:r>
            <a:endParaRPr lang="en-US" sz="20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If current room dirty → Suck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Otherwise moves based on location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More intelligent than simple reflex agent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0C1CB3D-036B-15AE-8BF8-F9F74D15DCAC}"/>
              </a:ext>
            </a:extLst>
          </p:cNvPr>
          <p:cNvSpPr/>
          <p:nvPr/>
        </p:nvSpPr>
        <p:spPr>
          <a:xfrm>
            <a:off x="1237130" y="824753"/>
            <a:ext cx="9305365" cy="5208494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78767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417060-DB8A-23BC-9BED-303656E40E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933" y="224117"/>
            <a:ext cx="10460134" cy="6409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4412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076B29-6F62-2D3E-F1C9-0D39FD9C7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34099BF9-97F2-8C37-5E25-FBC9268620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2A8A7BFF-BB36-F693-75A0-876BE510B2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1564726" y="1890469"/>
            <a:ext cx="5860051" cy="2079143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0181BCA5-A031-BDDE-1A29-1E3544480C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7DCEA704-73AF-9821-03A7-A792783181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5" name="Rectangle 54">
            <a:extLst>
              <a:ext uri="{FF2B5EF4-FFF2-40B4-BE49-F238E27FC236}">
                <a16:creationId xmlns:a16="http://schemas.microsoft.com/office/drawing/2014/main" id="{64D6B7AA-8FC4-49EA-4323-B90A1CF49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466344"/>
            <a:ext cx="11111729" cy="59178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0898A5-088F-453D-863E-3B2469B9429B}"/>
              </a:ext>
            </a:extLst>
          </p:cNvPr>
          <p:cNvSpPr txBox="1"/>
          <p:nvPr/>
        </p:nvSpPr>
        <p:spPr>
          <a:xfrm>
            <a:off x="1381845" y="629113"/>
            <a:ext cx="10309412" cy="10235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     3. </a:t>
            </a:r>
            <a:r>
              <a:rPr lang="en-US" sz="5200" b="1" dirty="0">
                <a:latin typeface="+mj-lt"/>
                <a:ea typeface="+mj-ea"/>
                <a:cs typeface="+mj-cs"/>
              </a:rPr>
              <a:t>GOAL BASED</a:t>
            </a:r>
            <a:r>
              <a:rPr lang="en-US" sz="5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AGENTS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9343CE-7FE7-0954-B064-C99EF2BE9014}"/>
              </a:ext>
            </a:extLst>
          </p:cNvPr>
          <p:cNvSpPr/>
          <p:nvPr/>
        </p:nvSpPr>
        <p:spPr>
          <a:xfrm>
            <a:off x="1906068" y="1500723"/>
            <a:ext cx="7933765" cy="4200268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59C0C7D-221E-44FC-7B3A-24959D34E6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0200" y="2042629"/>
            <a:ext cx="6978445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Uses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goals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 to guide its decisions and actions.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Evaluates which actions will help it achieve the goal.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Supports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planning, reasoning, and decision-making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Considers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future consequences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 of actions.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More flexible and intelligent than reflex agents.</a:t>
            </a:r>
          </a:p>
        </p:txBody>
      </p:sp>
    </p:spTree>
    <p:extLst>
      <p:ext uri="{BB962C8B-B14F-4D97-AF65-F5344CB8AC3E}">
        <p14:creationId xmlns:p14="http://schemas.microsoft.com/office/powerpoint/2010/main" val="42882132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94337E6-5E05-1D76-B1BE-F4A49830F762}"/>
              </a:ext>
            </a:extLst>
          </p:cNvPr>
          <p:cNvSpPr txBox="1"/>
          <p:nvPr/>
        </p:nvSpPr>
        <p:spPr>
          <a:xfrm>
            <a:off x="1272989" y="941173"/>
            <a:ext cx="8711381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b="0" i="1" dirty="0">
                <a:solidFill>
                  <a:srgbClr val="408080"/>
                </a:solidFill>
                <a:effectLst/>
                <a:latin typeface="inherit"/>
              </a:rPr>
              <a:t>#Goal-based Agent</a:t>
            </a:r>
            <a:endParaRPr lang="en-IN" b="0" i="0" dirty="0">
              <a:solidFill>
                <a:srgbClr val="212121"/>
              </a:solidFill>
              <a:effectLst/>
              <a:latin typeface="inherit"/>
            </a:endParaRPr>
          </a:p>
          <a:p>
            <a:pPr algn="ctr">
              <a:buNone/>
            </a:pPr>
            <a:endParaRPr lang="en-IN" b="0" i="0" dirty="0">
              <a:solidFill>
                <a:srgbClr val="212121"/>
              </a:solidFill>
              <a:effectLst/>
              <a:latin typeface="inherit"/>
            </a:endParaRPr>
          </a:p>
          <a:p>
            <a:pPr algn="l">
              <a:buNone/>
            </a:pPr>
            <a:r>
              <a:rPr lang="en-IN" b="1" i="0" dirty="0">
                <a:solidFill>
                  <a:srgbClr val="008000"/>
                </a:solidFill>
                <a:effectLst/>
                <a:latin typeface="inherit"/>
              </a:rPr>
              <a:t>class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</a:t>
            </a:r>
            <a:r>
              <a:rPr lang="en-IN" b="0" i="0" dirty="0" err="1">
                <a:solidFill>
                  <a:srgbClr val="212121"/>
                </a:solidFill>
                <a:effectLst/>
                <a:latin typeface="inherit"/>
              </a:rPr>
              <a:t>GoalBasedAgent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:</a:t>
            </a:r>
            <a:endParaRPr lang="en-IN" b="0" i="0" dirty="0">
              <a:solidFill>
                <a:srgbClr val="212121"/>
              </a:solidFill>
              <a:effectLst/>
              <a:latin typeface="inherit"/>
            </a:endParaRPr>
          </a:p>
          <a:p>
            <a:pPr algn="l">
              <a:buNone/>
            </a:pP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   </a:t>
            </a:r>
            <a:r>
              <a:rPr lang="en-IN" b="1" i="0" dirty="0">
                <a:solidFill>
                  <a:srgbClr val="008000"/>
                </a:solidFill>
                <a:effectLst/>
                <a:latin typeface="inherit"/>
              </a:rPr>
              <a:t>def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__</a:t>
            </a:r>
            <a:r>
              <a:rPr lang="en-IN" b="0" i="0" dirty="0" err="1">
                <a:solidFill>
                  <a:srgbClr val="212121"/>
                </a:solidFill>
                <a:effectLst/>
                <a:latin typeface="inherit"/>
              </a:rPr>
              <a:t>init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__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(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self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,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goal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):</a:t>
            </a:r>
            <a:endParaRPr lang="en-IN" b="0" i="0" dirty="0">
              <a:solidFill>
                <a:srgbClr val="212121"/>
              </a:solidFill>
              <a:effectLst/>
              <a:latin typeface="inherit"/>
            </a:endParaRPr>
          </a:p>
          <a:p>
            <a:pPr algn="l">
              <a:buNone/>
            </a:pP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       </a:t>
            </a:r>
            <a:r>
              <a:rPr lang="en-IN" b="0" i="0" dirty="0" err="1">
                <a:solidFill>
                  <a:srgbClr val="212121"/>
                </a:solidFill>
                <a:effectLst/>
                <a:latin typeface="inherit"/>
              </a:rPr>
              <a:t>self</a:t>
            </a:r>
            <a:r>
              <a:rPr lang="en-IN" b="1" i="0" dirty="0" err="1">
                <a:solidFill>
                  <a:srgbClr val="AA22FF"/>
                </a:solidFill>
                <a:effectLst/>
                <a:latin typeface="inherit"/>
              </a:rPr>
              <a:t>.</a:t>
            </a:r>
            <a:r>
              <a:rPr lang="en-IN" b="0" i="0" dirty="0" err="1">
                <a:solidFill>
                  <a:srgbClr val="212121"/>
                </a:solidFill>
                <a:effectLst/>
                <a:latin typeface="inherit"/>
              </a:rPr>
              <a:t>goal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</a:t>
            </a:r>
            <a:r>
              <a:rPr lang="en-IN" b="1" i="0" dirty="0">
                <a:solidFill>
                  <a:srgbClr val="AA22FF"/>
                </a:solidFill>
                <a:effectLst/>
                <a:latin typeface="inherit"/>
              </a:rPr>
              <a:t>=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goal</a:t>
            </a:r>
          </a:p>
          <a:p>
            <a:pPr algn="l">
              <a:buNone/>
            </a:pPr>
            <a:endParaRPr lang="en-IN" b="0" i="0" dirty="0">
              <a:solidFill>
                <a:srgbClr val="212121"/>
              </a:solidFill>
              <a:effectLst/>
              <a:latin typeface="inherit"/>
            </a:endParaRPr>
          </a:p>
          <a:p>
            <a:pPr>
              <a:buNone/>
            </a:pP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   </a:t>
            </a:r>
            <a:r>
              <a:rPr lang="en-IN" b="1" i="0" dirty="0">
                <a:solidFill>
                  <a:srgbClr val="008000"/>
                </a:solidFill>
                <a:effectLst/>
                <a:latin typeface="inherit"/>
              </a:rPr>
              <a:t>def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decide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(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self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,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</a:t>
            </a:r>
            <a:r>
              <a:rPr lang="en-IN" b="0" i="0" dirty="0" err="1">
                <a:solidFill>
                  <a:srgbClr val="212121"/>
                </a:solidFill>
                <a:effectLst/>
                <a:latin typeface="inherit"/>
              </a:rPr>
              <a:t>current_position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):</a:t>
            </a:r>
            <a:endParaRPr lang="en-IN" b="0" i="0" dirty="0">
              <a:solidFill>
                <a:srgbClr val="212121"/>
              </a:solidFill>
              <a:effectLst/>
              <a:latin typeface="inherit"/>
            </a:endParaRPr>
          </a:p>
          <a:p>
            <a:pPr algn="l">
              <a:buNone/>
            </a:pP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       </a:t>
            </a:r>
            <a:r>
              <a:rPr lang="en-IN" b="1" i="0" dirty="0">
                <a:solidFill>
                  <a:srgbClr val="008000"/>
                </a:solidFill>
                <a:effectLst/>
                <a:latin typeface="inherit"/>
              </a:rPr>
              <a:t>if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</a:t>
            </a:r>
            <a:r>
              <a:rPr lang="en-IN" b="0" i="0" dirty="0" err="1">
                <a:solidFill>
                  <a:srgbClr val="212121"/>
                </a:solidFill>
                <a:effectLst/>
                <a:latin typeface="inherit"/>
              </a:rPr>
              <a:t>current_position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</a:t>
            </a:r>
            <a:r>
              <a:rPr lang="en-IN" b="1" i="0" dirty="0">
                <a:solidFill>
                  <a:srgbClr val="AA22FF"/>
                </a:solidFill>
                <a:effectLst/>
                <a:latin typeface="inherit"/>
              </a:rPr>
              <a:t>==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</a:t>
            </a:r>
            <a:r>
              <a:rPr lang="en-IN" b="0" i="0" dirty="0" err="1">
                <a:solidFill>
                  <a:srgbClr val="212121"/>
                </a:solidFill>
                <a:effectLst/>
                <a:latin typeface="inherit"/>
              </a:rPr>
              <a:t>self</a:t>
            </a:r>
            <a:r>
              <a:rPr lang="en-IN" b="1" i="0" dirty="0" err="1">
                <a:solidFill>
                  <a:srgbClr val="AA22FF"/>
                </a:solidFill>
                <a:effectLst/>
                <a:latin typeface="inherit"/>
              </a:rPr>
              <a:t>.</a:t>
            </a:r>
            <a:r>
              <a:rPr lang="en-IN" b="0" i="0" dirty="0" err="1">
                <a:solidFill>
                  <a:srgbClr val="212121"/>
                </a:solidFill>
                <a:effectLst/>
                <a:latin typeface="inherit"/>
              </a:rPr>
              <a:t>goal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:</a:t>
            </a:r>
            <a:endParaRPr lang="en-IN" b="0" i="0" dirty="0">
              <a:solidFill>
                <a:srgbClr val="212121"/>
              </a:solidFill>
              <a:effectLst/>
              <a:latin typeface="inherit"/>
            </a:endParaRPr>
          </a:p>
          <a:p>
            <a:pPr algn="l">
              <a:buNone/>
            </a:pP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           </a:t>
            </a:r>
            <a:r>
              <a:rPr lang="en-IN" b="1" i="0" dirty="0">
                <a:solidFill>
                  <a:srgbClr val="008000"/>
                </a:solidFill>
                <a:effectLst/>
                <a:latin typeface="inherit"/>
              </a:rPr>
              <a:t>return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</a:t>
            </a:r>
            <a:r>
              <a:rPr lang="en-IN" b="0" i="0" dirty="0">
                <a:solidFill>
                  <a:srgbClr val="BA2121"/>
                </a:solidFill>
                <a:effectLst/>
                <a:latin typeface="inherit"/>
              </a:rPr>
              <a:t>"Goal Reached"</a:t>
            </a:r>
            <a:endParaRPr lang="en-IN" b="0" i="0" dirty="0">
              <a:solidFill>
                <a:srgbClr val="212121"/>
              </a:solidFill>
              <a:effectLst/>
              <a:latin typeface="inherit"/>
            </a:endParaRPr>
          </a:p>
          <a:p>
            <a:pPr algn="l">
              <a:buNone/>
            </a:pP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       </a:t>
            </a:r>
            <a:r>
              <a:rPr lang="en-IN" b="1" i="0" dirty="0" err="1">
                <a:solidFill>
                  <a:srgbClr val="008000"/>
                </a:solidFill>
                <a:effectLst/>
                <a:latin typeface="inherit"/>
              </a:rPr>
              <a:t>elif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</a:t>
            </a:r>
            <a:r>
              <a:rPr lang="en-IN" b="0" i="0" dirty="0" err="1">
                <a:solidFill>
                  <a:srgbClr val="212121"/>
                </a:solidFill>
                <a:effectLst/>
                <a:latin typeface="inherit"/>
              </a:rPr>
              <a:t>current_position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</a:t>
            </a:r>
            <a:r>
              <a:rPr lang="en-IN" b="1" i="0" dirty="0">
                <a:solidFill>
                  <a:srgbClr val="AA22FF"/>
                </a:solidFill>
                <a:effectLst/>
                <a:latin typeface="inherit"/>
              </a:rPr>
              <a:t>&lt;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</a:t>
            </a:r>
            <a:r>
              <a:rPr lang="en-IN" b="0" i="0" dirty="0" err="1">
                <a:solidFill>
                  <a:srgbClr val="212121"/>
                </a:solidFill>
                <a:effectLst/>
                <a:latin typeface="inherit"/>
              </a:rPr>
              <a:t>self</a:t>
            </a:r>
            <a:r>
              <a:rPr lang="en-IN" b="1" i="0" dirty="0" err="1">
                <a:solidFill>
                  <a:srgbClr val="AA22FF"/>
                </a:solidFill>
                <a:effectLst/>
                <a:latin typeface="inherit"/>
              </a:rPr>
              <a:t>.</a:t>
            </a:r>
            <a:r>
              <a:rPr lang="en-IN" b="0" i="0" dirty="0" err="1">
                <a:solidFill>
                  <a:srgbClr val="212121"/>
                </a:solidFill>
                <a:effectLst/>
                <a:latin typeface="inherit"/>
              </a:rPr>
              <a:t>goal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:</a:t>
            </a:r>
            <a:endParaRPr lang="en-IN" b="0" i="0" dirty="0">
              <a:solidFill>
                <a:srgbClr val="212121"/>
              </a:solidFill>
              <a:effectLst/>
              <a:latin typeface="inherit"/>
            </a:endParaRPr>
          </a:p>
          <a:p>
            <a:pPr algn="l">
              <a:buNone/>
            </a:pP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           </a:t>
            </a:r>
            <a:r>
              <a:rPr lang="en-IN" b="1" i="0" dirty="0">
                <a:solidFill>
                  <a:srgbClr val="008000"/>
                </a:solidFill>
                <a:effectLst/>
                <a:latin typeface="inherit"/>
              </a:rPr>
              <a:t>return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</a:t>
            </a:r>
            <a:r>
              <a:rPr lang="en-IN" b="0" i="0" dirty="0">
                <a:solidFill>
                  <a:srgbClr val="BA2121"/>
                </a:solidFill>
                <a:effectLst/>
                <a:latin typeface="inherit"/>
              </a:rPr>
              <a:t>"Move Forward"</a:t>
            </a:r>
            <a:endParaRPr lang="en-IN" b="0" i="0" dirty="0">
              <a:solidFill>
                <a:srgbClr val="212121"/>
              </a:solidFill>
              <a:effectLst/>
              <a:latin typeface="inherit"/>
            </a:endParaRPr>
          </a:p>
          <a:p>
            <a:pPr algn="l">
              <a:buNone/>
            </a:pP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       </a:t>
            </a:r>
            <a:r>
              <a:rPr lang="en-IN" b="1" i="0" dirty="0">
                <a:solidFill>
                  <a:srgbClr val="008000"/>
                </a:solidFill>
                <a:effectLst/>
                <a:latin typeface="inherit"/>
              </a:rPr>
              <a:t>else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:</a:t>
            </a:r>
            <a:endParaRPr lang="en-IN" b="0" i="0" dirty="0">
              <a:solidFill>
                <a:srgbClr val="212121"/>
              </a:solidFill>
              <a:effectLst/>
              <a:latin typeface="inherit"/>
            </a:endParaRPr>
          </a:p>
          <a:p>
            <a:pPr algn="l">
              <a:buNone/>
            </a:pP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           </a:t>
            </a:r>
            <a:r>
              <a:rPr lang="en-IN" b="1" i="0" dirty="0">
                <a:solidFill>
                  <a:srgbClr val="008000"/>
                </a:solidFill>
                <a:effectLst/>
                <a:latin typeface="inherit"/>
              </a:rPr>
              <a:t>return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</a:t>
            </a:r>
            <a:r>
              <a:rPr lang="en-IN" b="0" i="0" dirty="0">
                <a:solidFill>
                  <a:srgbClr val="BA2121"/>
                </a:solidFill>
                <a:effectLst/>
                <a:latin typeface="inherit"/>
              </a:rPr>
              <a:t>"Move Backward"</a:t>
            </a:r>
            <a:endParaRPr lang="en-IN" b="0" i="0" dirty="0">
              <a:solidFill>
                <a:srgbClr val="212121"/>
              </a:solidFill>
              <a:effectLst/>
              <a:latin typeface="inherit"/>
            </a:endParaRPr>
          </a:p>
          <a:p>
            <a:pPr algn="l">
              <a:buNone/>
            </a:pPr>
            <a:endParaRPr lang="en-IN" b="0" i="0" dirty="0">
              <a:solidFill>
                <a:srgbClr val="212121"/>
              </a:solidFill>
              <a:effectLst/>
              <a:latin typeface="inherit"/>
            </a:endParaRPr>
          </a:p>
          <a:p>
            <a:pPr algn="l">
              <a:buNone/>
            </a:pPr>
            <a:r>
              <a:rPr lang="en-IN" b="0" i="1" dirty="0">
                <a:solidFill>
                  <a:srgbClr val="408080"/>
                </a:solidFill>
                <a:effectLst/>
                <a:latin typeface="inherit"/>
              </a:rPr>
              <a:t># Test</a:t>
            </a:r>
            <a:endParaRPr lang="en-IN" b="0" i="0" dirty="0">
              <a:solidFill>
                <a:srgbClr val="212121"/>
              </a:solidFill>
              <a:effectLst/>
              <a:latin typeface="inherit"/>
            </a:endParaRPr>
          </a:p>
          <a:p>
            <a:pPr algn="l">
              <a:buNone/>
            </a:pP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agent </a:t>
            </a:r>
            <a:r>
              <a:rPr lang="en-IN" b="1" i="0" dirty="0">
                <a:solidFill>
                  <a:srgbClr val="AA22FF"/>
                </a:solidFill>
                <a:effectLst/>
                <a:latin typeface="inherit"/>
              </a:rPr>
              <a:t>=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</a:t>
            </a:r>
            <a:r>
              <a:rPr lang="en-IN" b="0" i="0" dirty="0" err="1">
                <a:solidFill>
                  <a:srgbClr val="212121"/>
                </a:solidFill>
                <a:effectLst/>
                <a:latin typeface="inherit"/>
              </a:rPr>
              <a:t>GoalBasedAgent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(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goal</a:t>
            </a:r>
            <a:r>
              <a:rPr lang="en-IN" b="1" i="0" dirty="0">
                <a:solidFill>
                  <a:srgbClr val="AA22FF"/>
                </a:solidFill>
                <a:effectLst/>
                <a:latin typeface="inherit"/>
              </a:rPr>
              <a:t>=</a:t>
            </a:r>
            <a:r>
              <a:rPr lang="en-IN" b="0" i="0" dirty="0">
                <a:solidFill>
                  <a:srgbClr val="008800"/>
                </a:solidFill>
                <a:effectLst/>
                <a:latin typeface="inherit"/>
              </a:rPr>
              <a:t>5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)</a:t>
            </a:r>
            <a:endParaRPr lang="en-IN" b="0" i="0" dirty="0">
              <a:solidFill>
                <a:srgbClr val="212121"/>
              </a:solidFill>
              <a:effectLst/>
              <a:latin typeface="inherit"/>
            </a:endParaRPr>
          </a:p>
          <a:p>
            <a:pPr algn="l">
              <a:buNone/>
            </a:pP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print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(</a:t>
            </a:r>
            <a:r>
              <a:rPr lang="en-IN" b="0" i="0" dirty="0" err="1">
                <a:solidFill>
                  <a:srgbClr val="212121"/>
                </a:solidFill>
                <a:effectLst/>
                <a:latin typeface="inherit"/>
              </a:rPr>
              <a:t>agent</a:t>
            </a:r>
            <a:r>
              <a:rPr lang="en-IN" b="1" i="0" dirty="0" err="1">
                <a:solidFill>
                  <a:srgbClr val="AA22FF"/>
                </a:solidFill>
                <a:effectLst/>
                <a:latin typeface="inherit"/>
              </a:rPr>
              <a:t>.</a:t>
            </a:r>
            <a:r>
              <a:rPr lang="en-IN" b="0" i="0" dirty="0" err="1">
                <a:solidFill>
                  <a:srgbClr val="212121"/>
                </a:solidFill>
                <a:effectLst/>
                <a:latin typeface="inherit"/>
              </a:rPr>
              <a:t>decide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(</a:t>
            </a:r>
            <a:r>
              <a:rPr lang="en-IN" b="0" i="0" dirty="0">
                <a:solidFill>
                  <a:srgbClr val="008800"/>
                </a:solidFill>
                <a:effectLst/>
                <a:latin typeface="inherit"/>
              </a:rPr>
              <a:t>2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))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  </a:t>
            </a:r>
            <a:r>
              <a:rPr lang="en-IN" b="0" i="1" dirty="0">
                <a:solidFill>
                  <a:srgbClr val="408080"/>
                </a:solidFill>
                <a:effectLst/>
                <a:latin typeface="inherit"/>
              </a:rPr>
              <a:t># Move Forward</a:t>
            </a:r>
            <a:endParaRPr lang="en-IN" b="0" i="0" dirty="0">
              <a:solidFill>
                <a:srgbClr val="212121"/>
              </a:solidFill>
              <a:effectLst/>
              <a:latin typeface="inherit"/>
            </a:endParaRPr>
          </a:p>
          <a:p>
            <a:pPr algn="l">
              <a:buNone/>
            </a:pP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print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(</a:t>
            </a:r>
            <a:r>
              <a:rPr lang="en-IN" b="0" i="0" dirty="0" err="1">
                <a:solidFill>
                  <a:srgbClr val="212121"/>
                </a:solidFill>
                <a:effectLst/>
                <a:latin typeface="inherit"/>
              </a:rPr>
              <a:t>agent</a:t>
            </a:r>
            <a:r>
              <a:rPr lang="en-IN" b="1" i="0" dirty="0" err="1">
                <a:solidFill>
                  <a:srgbClr val="AA22FF"/>
                </a:solidFill>
                <a:effectLst/>
                <a:latin typeface="inherit"/>
              </a:rPr>
              <a:t>.</a:t>
            </a:r>
            <a:r>
              <a:rPr lang="en-IN" b="0" i="0" dirty="0" err="1">
                <a:solidFill>
                  <a:srgbClr val="212121"/>
                </a:solidFill>
                <a:effectLst/>
                <a:latin typeface="inherit"/>
              </a:rPr>
              <a:t>decide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(</a:t>
            </a:r>
            <a:r>
              <a:rPr lang="en-IN" b="0" i="0" dirty="0">
                <a:solidFill>
                  <a:srgbClr val="008800"/>
                </a:solidFill>
                <a:effectLst/>
                <a:latin typeface="inherit"/>
              </a:rPr>
              <a:t>5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))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  </a:t>
            </a:r>
            <a:r>
              <a:rPr lang="en-IN" b="0" i="1" dirty="0">
                <a:solidFill>
                  <a:srgbClr val="408080"/>
                </a:solidFill>
                <a:effectLst/>
                <a:latin typeface="inherit"/>
              </a:rPr>
              <a:t># Goal Reached</a:t>
            </a:r>
            <a:endParaRPr lang="en-IN" b="0" i="0" dirty="0">
              <a:solidFill>
                <a:srgbClr val="212121"/>
              </a:solidFill>
              <a:effectLst/>
              <a:latin typeface="inheri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5FF6CB9-F9A1-7980-256B-735B7D37BB29}"/>
              </a:ext>
            </a:extLst>
          </p:cNvPr>
          <p:cNvSpPr/>
          <p:nvPr/>
        </p:nvSpPr>
        <p:spPr>
          <a:xfrm>
            <a:off x="1272989" y="918568"/>
            <a:ext cx="8704729" cy="5100918"/>
          </a:xfrm>
          <a:prstGeom prst="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95882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14DD7F-4905-DC3C-92F7-3FA7DAED8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BD61EAF-D33A-14D1-533F-16AED57D5135}"/>
              </a:ext>
            </a:extLst>
          </p:cNvPr>
          <p:cNvSpPr txBox="1"/>
          <p:nvPr/>
        </p:nvSpPr>
        <p:spPr>
          <a:xfrm>
            <a:off x="1351549" y="1721223"/>
            <a:ext cx="8518591" cy="341555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Works towards a specific goal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Compares current position with the goal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If reached → 'Goal Reached’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If lower → Move Forward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If higher → Move Backward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Used in path planning &amp; navigation tasks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ln w="0"/>
              <a:solidFill>
                <a:schemeClr val="tx2">
                  <a:lumMod val="75000"/>
                  <a:lumOff val="25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66E17E7-063C-DC59-C7E0-47BFD747535B}"/>
              </a:ext>
            </a:extLst>
          </p:cNvPr>
          <p:cNvSpPr/>
          <p:nvPr/>
        </p:nvSpPr>
        <p:spPr>
          <a:xfrm>
            <a:off x="1237130" y="824753"/>
            <a:ext cx="9305365" cy="5208494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8004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83552F3-8205-9082-C2C0-43EE8B4C67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035" y="367552"/>
            <a:ext cx="10315930" cy="6122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8066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E1DC8A-B922-0359-8E69-11601E119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213BEA2A-3B6D-62FD-6865-B45FE0E037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D72740C5-F33D-C047-88E7-4F21B3A53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1564726" y="1890469"/>
            <a:ext cx="5860051" cy="2079143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6E32601-2FE7-19EB-C426-FB3D6C7E3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C9B761FD-383C-E1AE-94D8-B5D5A6B5EA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5" name="Rectangle 54">
            <a:extLst>
              <a:ext uri="{FF2B5EF4-FFF2-40B4-BE49-F238E27FC236}">
                <a16:creationId xmlns:a16="http://schemas.microsoft.com/office/drawing/2014/main" id="{D38D00AD-A0BD-508E-2156-2C39F0C3E5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466344"/>
            <a:ext cx="11111729" cy="59178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CFB64D-1513-DC50-62B3-0153730125EB}"/>
              </a:ext>
            </a:extLst>
          </p:cNvPr>
          <p:cNvSpPr txBox="1"/>
          <p:nvPr/>
        </p:nvSpPr>
        <p:spPr>
          <a:xfrm>
            <a:off x="1303060" y="614910"/>
            <a:ext cx="10309412" cy="10235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     4. UTILI</a:t>
            </a:r>
            <a:r>
              <a:rPr lang="en-US" sz="5200" b="1" dirty="0">
                <a:latin typeface="+mj-lt"/>
                <a:ea typeface="+mj-ea"/>
                <a:cs typeface="+mj-cs"/>
              </a:rPr>
              <a:t>TY BASED</a:t>
            </a:r>
            <a:r>
              <a:rPr lang="en-US" sz="5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AGENTS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BF3382-C326-C567-BCD4-211F14A96DF6}"/>
              </a:ext>
            </a:extLst>
          </p:cNvPr>
          <p:cNvSpPr/>
          <p:nvPr/>
        </p:nvSpPr>
        <p:spPr>
          <a:xfrm>
            <a:off x="1906068" y="1500723"/>
            <a:ext cx="7933765" cy="4200268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C558C0C-98EB-3912-4DEE-4F1269CFBB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8382" y="2321656"/>
            <a:ext cx="7625488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Chooses actions based on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utility function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 that measures preference.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Compares possible outcomes and selects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most optimal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 one.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Handles situations where multiple goal-achieving actions exist.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Helps in making decisions under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uncertainty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Aims for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highest satisfaction or performance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497195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54CDAAD-0D1B-3B38-E413-EA4129D6CED4}"/>
              </a:ext>
            </a:extLst>
          </p:cNvPr>
          <p:cNvSpPr txBox="1"/>
          <p:nvPr/>
        </p:nvSpPr>
        <p:spPr>
          <a:xfrm>
            <a:off x="766916" y="892302"/>
            <a:ext cx="4719484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b="0" i="1" dirty="0">
                <a:solidFill>
                  <a:srgbClr val="408080"/>
                </a:solidFill>
                <a:effectLst/>
                <a:latin typeface="inherit"/>
              </a:rPr>
              <a:t>#Utility-Based Agent</a:t>
            </a:r>
            <a:endParaRPr lang="en-IN" b="0" i="0" dirty="0">
              <a:solidFill>
                <a:srgbClr val="212121"/>
              </a:solidFill>
              <a:effectLst/>
              <a:latin typeface="inherit"/>
            </a:endParaRPr>
          </a:p>
          <a:p>
            <a:pPr algn="l">
              <a:buNone/>
            </a:pPr>
            <a:endParaRPr lang="en-IN" b="0" i="0" dirty="0">
              <a:solidFill>
                <a:srgbClr val="212121"/>
              </a:solidFill>
              <a:effectLst/>
              <a:latin typeface="inherit"/>
            </a:endParaRPr>
          </a:p>
          <a:p>
            <a:pPr algn="l">
              <a:buNone/>
            </a:pPr>
            <a:r>
              <a:rPr lang="en-IN" b="1" i="0" dirty="0">
                <a:solidFill>
                  <a:srgbClr val="008000"/>
                </a:solidFill>
                <a:effectLst/>
                <a:latin typeface="inherit"/>
              </a:rPr>
              <a:t>class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</a:t>
            </a:r>
            <a:r>
              <a:rPr lang="en-IN" b="0" i="0" dirty="0" err="1">
                <a:solidFill>
                  <a:srgbClr val="212121"/>
                </a:solidFill>
                <a:effectLst/>
                <a:latin typeface="inherit"/>
              </a:rPr>
              <a:t>UtilityAgent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:</a:t>
            </a:r>
            <a:endParaRPr lang="en-IN" b="0" i="0" dirty="0">
              <a:solidFill>
                <a:srgbClr val="212121"/>
              </a:solidFill>
              <a:effectLst/>
              <a:latin typeface="inherit"/>
            </a:endParaRPr>
          </a:p>
          <a:p>
            <a:pPr algn="l">
              <a:buNone/>
            </a:pP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   </a:t>
            </a:r>
            <a:r>
              <a:rPr lang="en-IN" b="1" i="0" dirty="0">
                <a:solidFill>
                  <a:srgbClr val="008000"/>
                </a:solidFill>
                <a:effectLst/>
                <a:latin typeface="inherit"/>
              </a:rPr>
              <a:t>def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__</a:t>
            </a:r>
            <a:r>
              <a:rPr lang="en-IN" b="0" i="0" dirty="0" err="1">
                <a:solidFill>
                  <a:srgbClr val="212121"/>
                </a:solidFill>
                <a:effectLst/>
                <a:latin typeface="inherit"/>
              </a:rPr>
              <a:t>init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__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(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self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):</a:t>
            </a:r>
            <a:endParaRPr lang="en-IN" b="0" i="0" dirty="0">
              <a:solidFill>
                <a:srgbClr val="212121"/>
              </a:solidFill>
              <a:effectLst/>
              <a:latin typeface="inherit"/>
            </a:endParaRPr>
          </a:p>
          <a:p>
            <a:pPr algn="l">
              <a:buNone/>
            </a:pP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       </a:t>
            </a:r>
            <a:r>
              <a:rPr lang="en-IN" b="1" i="0" dirty="0">
                <a:solidFill>
                  <a:srgbClr val="008000"/>
                </a:solidFill>
                <a:effectLst/>
                <a:latin typeface="inherit"/>
              </a:rPr>
              <a:t>pass</a:t>
            </a:r>
            <a:endParaRPr lang="en-IN" b="0" i="0" dirty="0">
              <a:solidFill>
                <a:srgbClr val="212121"/>
              </a:solidFill>
              <a:effectLst/>
              <a:latin typeface="inherit"/>
            </a:endParaRPr>
          </a:p>
          <a:p>
            <a:pPr algn="l">
              <a:buNone/>
            </a:pPr>
            <a:endParaRPr lang="en-IN" b="0" i="0" dirty="0">
              <a:solidFill>
                <a:srgbClr val="212121"/>
              </a:solidFill>
              <a:effectLst/>
              <a:latin typeface="inherit"/>
            </a:endParaRPr>
          </a:p>
          <a:p>
            <a:pPr algn="l">
              <a:buNone/>
            </a:pP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   </a:t>
            </a:r>
            <a:r>
              <a:rPr lang="en-IN" b="1" i="0" dirty="0">
                <a:solidFill>
                  <a:srgbClr val="008000"/>
                </a:solidFill>
                <a:effectLst/>
                <a:latin typeface="inherit"/>
              </a:rPr>
              <a:t>def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utility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(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self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,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state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):</a:t>
            </a:r>
            <a:endParaRPr lang="en-IN" b="0" i="0" dirty="0">
              <a:solidFill>
                <a:srgbClr val="212121"/>
              </a:solidFill>
              <a:effectLst/>
              <a:latin typeface="inherit"/>
            </a:endParaRPr>
          </a:p>
          <a:p>
            <a:pPr algn="l">
              <a:buNone/>
            </a:pP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       utilities </a:t>
            </a:r>
            <a:r>
              <a:rPr lang="en-IN" b="1" i="0" dirty="0">
                <a:solidFill>
                  <a:srgbClr val="AA22FF"/>
                </a:solidFill>
                <a:effectLst/>
                <a:latin typeface="inherit"/>
              </a:rPr>
              <a:t>=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{</a:t>
            </a:r>
            <a:r>
              <a:rPr lang="en-IN" b="0" i="0" dirty="0">
                <a:solidFill>
                  <a:srgbClr val="BA2121"/>
                </a:solidFill>
                <a:effectLst/>
                <a:latin typeface="inherit"/>
              </a:rPr>
              <a:t>"Sleep"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: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</a:t>
            </a:r>
            <a:r>
              <a:rPr lang="en-IN" b="0" i="0" dirty="0">
                <a:solidFill>
                  <a:srgbClr val="008800"/>
                </a:solidFill>
                <a:effectLst/>
                <a:latin typeface="inherit"/>
              </a:rPr>
              <a:t>2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,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</a:t>
            </a:r>
            <a:r>
              <a:rPr lang="en-IN" b="0" i="0" dirty="0">
                <a:solidFill>
                  <a:srgbClr val="BA2121"/>
                </a:solidFill>
                <a:effectLst/>
                <a:latin typeface="inherit"/>
              </a:rPr>
              <a:t>"Study"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: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</a:t>
            </a:r>
            <a:r>
              <a:rPr lang="en-IN" b="0" i="0" dirty="0">
                <a:solidFill>
                  <a:srgbClr val="008800"/>
                </a:solidFill>
                <a:effectLst/>
                <a:latin typeface="inherit"/>
              </a:rPr>
              <a:t>8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,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</a:t>
            </a:r>
            <a:r>
              <a:rPr lang="en-IN" b="0" i="0" dirty="0">
                <a:solidFill>
                  <a:srgbClr val="BA2121"/>
                </a:solidFill>
                <a:effectLst/>
                <a:latin typeface="inherit"/>
              </a:rPr>
              <a:t>"Play"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: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</a:t>
            </a:r>
            <a:r>
              <a:rPr lang="en-IN" b="0" i="0" dirty="0">
                <a:solidFill>
                  <a:srgbClr val="008800"/>
                </a:solidFill>
                <a:effectLst/>
                <a:latin typeface="inherit"/>
              </a:rPr>
              <a:t>5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}</a:t>
            </a:r>
            <a:endParaRPr lang="en-IN" b="0" i="0" dirty="0">
              <a:solidFill>
                <a:srgbClr val="212121"/>
              </a:solidFill>
              <a:effectLst/>
              <a:latin typeface="inherit"/>
            </a:endParaRPr>
          </a:p>
          <a:p>
            <a:pPr algn="l">
              <a:buNone/>
            </a:pP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       </a:t>
            </a:r>
            <a:r>
              <a:rPr lang="en-IN" b="1" i="0" dirty="0">
                <a:solidFill>
                  <a:srgbClr val="008000"/>
                </a:solidFill>
                <a:effectLst/>
                <a:latin typeface="inherit"/>
              </a:rPr>
              <a:t>return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utilities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[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state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]</a:t>
            </a:r>
            <a:endParaRPr lang="en-IN" b="0" i="0" dirty="0">
              <a:solidFill>
                <a:srgbClr val="212121"/>
              </a:solidFill>
              <a:effectLst/>
              <a:latin typeface="inherit"/>
            </a:endParaRPr>
          </a:p>
          <a:p>
            <a:pPr algn="l">
              <a:buNone/>
            </a:pPr>
            <a:endParaRPr lang="en-IN" b="0" i="0" dirty="0">
              <a:solidFill>
                <a:srgbClr val="212121"/>
              </a:solidFill>
              <a:effectLst/>
              <a:latin typeface="inherit"/>
            </a:endParaRPr>
          </a:p>
          <a:p>
            <a:pPr algn="l">
              <a:buNone/>
            </a:pP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   </a:t>
            </a:r>
            <a:r>
              <a:rPr lang="en-IN" b="1" i="0" dirty="0">
                <a:solidFill>
                  <a:srgbClr val="008000"/>
                </a:solidFill>
                <a:effectLst/>
                <a:latin typeface="inherit"/>
              </a:rPr>
              <a:t>def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decide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(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self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):</a:t>
            </a:r>
            <a:endParaRPr lang="en-IN" b="0" i="0" dirty="0">
              <a:solidFill>
                <a:srgbClr val="212121"/>
              </a:solidFill>
              <a:effectLst/>
              <a:latin typeface="inherit"/>
            </a:endParaRPr>
          </a:p>
          <a:p>
            <a:pPr algn="l">
              <a:buNone/>
            </a:pP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       states </a:t>
            </a:r>
            <a:r>
              <a:rPr lang="en-IN" b="1" i="0" dirty="0">
                <a:solidFill>
                  <a:srgbClr val="AA22FF"/>
                </a:solidFill>
                <a:effectLst/>
                <a:latin typeface="inherit"/>
              </a:rPr>
              <a:t>=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[</a:t>
            </a:r>
            <a:r>
              <a:rPr lang="en-IN" b="0" i="0" dirty="0">
                <a:solidFill>
                  <a:srgbClr val="BA2121"/>
                </a:solidFill>
                <a:effectLst/>
                <a:latin typeface="inherit"/>
              </a:rPr>
              <a:t>"Sleep"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,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</a:t>
            </a:r>
            <a:r>
              <a:rPr lang="en-IN" b="0" i="0" dirty="0">
                <a:solidFill>
                  <a:srgbClr val="BA2121"/>
                </a:solidFill>
                <a:effectLst/>
                <a:latin typeface="inherit"/>
              </a:rPr>
              <a:t>"Study"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,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</a:t>
            </a:r>
            <a:r>
              <a:rPr lang="en-IN" b="0" i="0" dirty="0">
                <a:solidFill>
                  <a:srgbClr val="BA2121"/>
                </a:solidFill>
                <a:effectLst/>
                <a:latin typeface="inherit"/>
              </a:rPr>
              <a:t>"Play"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]</a:t>
            </a:r>
            <a:endParaRPr lang="en-IN" b="0" i="0" dirty="0">
              <a:solidFill>
                <a:srgbClr val="212121"/>
              </a:solidFill>
              <a:effectLst/>
              <a:latin typeface="inherit"/>
            </a:endParaRPr>
          </a:p>
          <a:p>
            <a:pPr algn="l">
              <a:buNone/>
            </a:pP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       best </a:t>
            </a:r>
            <a:r>
              <a:rPr lang="en-IN" b="1" i="0" dirty="0">
                <a:solidFill>
                  <a:srgbClr val="AA22FF"/>
                </a:solidFill>
                <a:effectLst/>
                <a:latin typeface="inherit"/>
              </a:rPr>
              <a:t>=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max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(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states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,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key</a:t>
            </a:r>
            <a:r>
              <a:rPr lang="en-IN" b="1" i="0" dirty="0">
                <a:solidFill>
                  <a:srgbClr val="AA22FF"/>
                </a:solidFill>
                <a:effectLst/>
                <a:latin typeface="inherit"/>
              </a:rPr>
              <a:t>=</a:t>
            </a:r>
            <a:r>
              <a:rPr lang="en-IN" b="0" i="0" dirty="0" err="1">
                <a:solidFill>
                  <a:srgbClr val="212121"/>
                </a:solidFill>
                <a:effectLst/>
                <a:latin typeface="inherit"/>
              </a:rPr>
              <a:t>self</a:t>
            </a:r>
            <a:r>
              <a:rPr lang="en-IN" b="1" i="0" dirty="0" err="1">
                <a:solidFill>
                  <a:srgbClr val="AA22FF"/>
                </a:solidFill>
                <a:effectLst/>
                <a:latin typeface="inherit"/>
              </a:rPr>
              <a:t>.</a:t>
            </a:r>
            <a:r>
              <a:rPr lang="en-IN" b="0" i="0" dirty="0" err="1">
                <a:solidFill>
                  <a:srgbClr val="212121"/>
                </a:solidFill>
                <a:effectLst/>
                <a:latin typeface="inherit"/>
              </a:rPr>
              <a:t>utility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)</a:t>
            </a:r>
            <a:endParaRPr lang="en-IN" b="0" i="0" dirty="0">
              <a:solidFill>
                <a:srgbClr val="212121"/>
              </a:solidFill>
              <a:effectLst/>
              <a:latin typeface="inherit"/>
            </a:endParaRPr>
          </a:p>
          <a:p>
            <a:pPr algn="l">
              <a:buNone/>
            </a:pP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       </a:t>
            </a:r>
            <a:r>
              <a:rPr lang="en-IN" b="1" i="0" dirty="0">
                <a:solidFill>
                  <a:srgbClr val="008000"/>
                </a:solidFill>
                <a:effectLst/>
                <a:latin typeface="inherit"/>
              </a:rPr>
              <a:t>return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best</a:t>
            </a:r>
          </a:p>
          <a:p>
            <a:pPr algn="l">
              <a:buNone/>
            </a:pPr>
            <a:endParaRPr lang="en-IN" b="0" i="0" dirty="0">
              <a:solidFill>
                <a:srgbClr val="212121"/>
              </a:solidFill>
              <a:effectLst/>
              <a:latin typeface="inherit"/>
            </a:endParaRPr>
          </a:p>
          <a:p>
            <a:pPr algn="l">
              <a:buNone/>
            </a:pPr>
            <a:r>
              <a:rPr lang="en-IN" b="0" i="1" dirty="0">
                <a:solidFill>
                  <a:srgbClr val="408080"/>
                </a:solidFill>
                <a:effectLst/>
                <a:latin typeface="inherit"/>
              </a:rPr>
              <a:t># Test</a:t>
            </a:r>
            <a:endParaRPr lang="en-IN" b="0" i="0" dirty="0">
              <a:solidFill>
                <a:srgbClr val="212121"/>
              </a:solidFill>
              <a:effectLst/>
              <a:latin typeface="inherit"/>
            </a:endParaRPr>
          </a:p>
          <a:p>
            <a:pPr algn="l">
              <a:buNone/>
            </a:pP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agent </a:t>
            </a:r>
            <a:r>
              <a:rPr lang="en-IN" b="1" i="0" dirty="0">
                <a:solidFill>
                  <a:srgbClr val="AA22FF"/>
                </a:solidFill>
                <a:effectLst/>
                <a:latin typeface="inherit"/>
              </a:rPr>
              <a:t>=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</a:t>
            </a:r>
            <a:r>
              <a:rPr lang="en-IN" b="0" i="0" dirty="0" err="1">
                <a:solidFill>
                  <a:srgbClr val="212121"/>
                </a:solidFill>
                <a:effectLst/>
                <a:latin typeface="inherit"/>
              </a:rPr>
              <a:t>UtilityAgent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()</a:t>
            </a:r>
            <a:endParaRPr lang="en-IN" b="0" i="0" dirty="0">
              <a:solidFill>
                <a:srgbClr val="212121"/>
              </a:solidFill>
              <a:effectLst/>
              <a:latin typeface="inherit"/>
            </a:endParaRPr>
          </a:p>
          <a:p>
            <a:pPr algn="l">
              <a:buNone/>
            </a:pP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print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(</a:t>
            </a:r>
            <a:r>
              <a:rPr lang="en-IN" b="0" i="0" dirty="0" err="1">
                <a:solidFill>
                  <a:srgbClr val="212121"/>
                </a:solidFill>
                <a:effectLst/>
                <a:latin typeface="inherit"/>
              </a:rPr>
              <a:t>agent</a:t>
            </a:r>
            <a:r>
              <a:rPr lang="en-IN" b="1" i="0" dirty="0" err="1">
                <a:solidFill>
                  <a:srgbClr val="AA22FF"/>
                </a:solidFill>
                <a:effectLst/>
                <a:latin typeface="inherit"/>
              </a:rPr>
              <a:t>.</a:t>
            </a:r>
            <a:r>
              <a:rPr lang="en-IN" b="0" i="0" dirty="0" err="1">
                <a:solidFill>
                  <a:srgbClr val="212121"/>
                </a:solidFill>
                <a:effectLst/>
                <a:latin typeface="inherit"/>
              </a:rPr>
              <a:t>decide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())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 </a:t>
            </a:r>
            <a:r>
              <a:rPr lang="en-IN" b="0" i="1" dirty="0">
                <a:solidFill>
                  <a:srgbClr val="408080"/>
                </a:solidFill>
                <a:effectLst/>
                <a:latin typeface="inherit"/>
              </a:rPr>
              <a:t># Output: Study</a:t>
            </a:r>
            <a:endParaRPr lang="en-IN" b="0" i="0" dirty="0">
              <a:solidFill>
                <a:srgbClr val="212121"/>
              </a:solidFill>
              <a:effectLst/>
              <a:latin typeface="inherit"/>
            </a:endParaRPr>
          </a:p>
        </p:txBody>
      </p:sp>
    </p:spTree>
    <p:extLst>
      <p:ext uri="{BB962C8B-B14F-4D97-AF65-F5344CB8AC3E}">
        <p14:creationId xmlns:p14="http://schemas.microsoft.com/office/powerpoint/2010/main" val="19663841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7631B0-4403-3D28-9DF8-27A7E4E83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028C57-12B4-9DCE-D0AB-412270F6F09C}"/>
              </a:ext>
            </a:extLst>
          </p:cNvPr>
          <p:cNvSpPr txBox="1"/>
          <p:nvPr/>
        </p:nvSpPr>
        <p:spPr>
          <a:xfrm>
            <a:off x="1351549" y="1721223"/>
            <a:ext cx="8518591" cy="341555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Chooses actions based on highest utility (usefulness)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Utility values: Sleep=2, Study=8, Play=5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Selects option with maximum utility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Ensures best possible outcome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Used in decision-making systems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>
              <a:ln w="0"/>
              <a:solidFill>
                <a:schemeClr val="tx2">
                  <a:lumMod val="75000"/>
                  <a:lumOff val="25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5F1320D-3DE6-E07A-F1AE-84F0ED96A026}"/>
              </a:ext>
            </a:extLst>
          </p:cNvPr>
          <p:cNvSpPr/>
          <p:nvPr/>
        </p:nvSpPr>
        <p:spPr>
          <a:xfrm>
            <a:off x="1237130" y="824753"/>
            <a:ext cx="9305365" cy="5208494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9293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EB1C30-76F8-C5CA-29A8-185DE390ED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560" y="237565"/>
            <a:ext cx="10738880" cy="6382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7300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48C268-0788-5F35-CC72-16012D719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6F82FE-B09F-84B0-25C5-086E67401356}"/>
              </a:ext>
            </a:extLst>
          </p:cNvPr>
          <p:cNvSpPr txBox="1"/>
          <p:nvPr/>
        </p:nvSpPr>
        <p:spPr>
          <a:xfrm>
            <a:off x="1303060" y="614910"/>
            <a:ext cx="10309412" cy="10235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     5. </a:t>
            </a:r>
            <a:r>
              <a:rPr lang="en-US" sz="5200" b="1" dirty="0">
                <a:latin typeface="+mj-lt"/>
                <a:ea typeface="+mj-ea"/>
                <a:cs typeface="+mj-cs"/>
              </a:rPr>
              <a:t>LEARNING</a:t>
            </a:r>
            <a:r>
              <a:rPr lang="en-US" sz="5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AGENTS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A6C27F8-9022-1F88-9B64-AF6DD42B4DF7}"/>
              </a:ext>
            </a:extLst>
          </p:cNvPr>
          <p:cNvSpPr/>
          <p:nvPr/>
        </p:nvSpPr>
        <p:spPr>
          <a:xfrm>
            <a:off x="1906068" y="1500723"/>
            <a:ext cx="7933765" cy="4200268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2A77676-4E0C-DDD7-EEF3-90DEBB8474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8382" y="2211118"/>
            <a:ext cx="8010526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Improves its performance through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experience and feedback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Contains components like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learning element, critic, performance element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problem generator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Adapts to changing or unknown environments over 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Continuously updates its behavior for better efficiency.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Most advanced agent type due to its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self-improving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latin typeface="Arial" panose="020B0604020202020204" pitchFamily="34" charset="0"/>
              </a:rPr>
              <a:t> nature.</a:t>
            </a:r>
          </a:p>
        </p:txBody>
      </p:sp>
    </p:spTree>
    <p:extLst>
      <p:ext uri="{BB962C8B-B14F-4D97-AF65-F5344CB8AC3E}">
        <p14:creationId xmlns:p14="http://schemas.microsoft.com/office/powerpoint/2010/main" val="26238851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DE3285C-E0FC-998A-0949-A88963005BBF}"/>
              </a:ext>
            </a:extLst>
          </p:cNvPr>
          <p:cNvSpPr txBox="1"/>
          <p:nvPr/>
        </p:nvSpPr>
        <p:spPr>
          <a:xfrm>
            <a:off x="1275591" y="710859"/>
            <a:ext cx="9640818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0" i="1" dirty="0">
                <a:solidFill>
                  <a:srgbClr val="408080"/>
                </a:solidFill>
                <a:effectLst/>
                <a:latin typeface="inherit"/>
              </a:rPr>
              <a:t>#Learning Agent</a:t>
            </a:r>
            <a:endParaRPr lang="en-IN" b="0" i="0" dirty="0">
              <a:solidFill>
                <a:srgbClr val="212121"/>
              </a:solidFill>
              <a:effectLst/>
              <a:latin typeface="inherit"/>
            </a:endParaRPr>
          </a:p>
          <a:p>
            <a:pPr>
              <a:buNone/>
            </a:pPr>
            <a:endParaRPr lang="en-IN" b="0" i="0" dirty="0">
              <a:solidFill>
                <a:srgbClr val="212121"/>
              </a:solidFill>
              <a:effectLst/>
              <a:latin typeface="inherit"/>
            </a:endParaRPr>
          </a:p>
          <a:p>
            <a:pPr>
              <a:buNone/>
            </a:pPr>
            <a:r>
              <a:rPr lang="en-IN" b="1" i="0" dirty="0">
                <a:solidFill>
                  <a:srgbClr val="008000"/>
                </a:solidFill>
                <a:effectLst/>
                <a:latin typeface="inherit"/>
              </a:rPr>
              <a:t>import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random</a:t>
            </a:r>
          </a:p>
          <a:p>
            <a:pPr>
              <a:buNone/>
            </a:pPr>
            <a:endParaRPr lang="en-IN" b="0" i="0" dirty="0">
              <a:solidFill>
                <a:srgbClr val="212121"/>
              </a:solidFill>
              <a:effectLst/>
              <a:latin typeface="inherit"/>
            </a:endParaRPr>
          </a:p>
          <a:p>
            <a:pPr>
              <a:buNone/>
            </a:pPr>
            <a:r>
              <a:rPr lang="en-IN" b="1" i="0" dirty="0">
                <a:solidFill>
                  <a:srgbClr val="008000"/>
                </a:solidFill>
                <a:effectLst/>
                <a:latin typeface="inherit"/>
              </a:rPr>
              <a:t>class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</a:t>
            </a:r>
            <a:r>
              <a:rPr lang="en-IN" b="0" i="0" dirty="0" err="1">
                <a:solidFill>
                  <a:srgbClr val="212121"/>
                </a:solidFill>
                <a:effectLst/>
                <a:latin typeface="inherit"/>
              </a:rPr>
              <a:t>LearningAgent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:</a:t>
            </a:r>
            <a:endParaRPr lang="en-IN" b="0" i="0" dirty="0">
              <a:solidFill>
                <a:srgbClr val="212121"/>
              </a:solidFill>
              <a:effectLst/>
              <a:latin typeface="inherit"/>
            </a:endParaRPr>
          </a:p>
          <a:p>
            <a:pPr>
              <a:buNone/>
            </a:pP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   </a:t>
            </a:r>
            <a:r>
              <a:rPr lang="en-IN" b="1" i="0" dirty="0">
                <a:solidFill>
                  <a:srgbClr val="008000"/>
                </a:solidFill>
                <a:effectLst/>
                <a:latin typeface="inherit"/>
              </a:rPr>
              <a:t>def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__</a:t>
            </a:r>
            <a:r>
              <a:rPr lang="en-IN" b="0" i="0" dirty="0" err="1">
                <a:solidFill>
                  <a:srgbClr val="212121"/>
                </a:solidFill>
                <a:effectLst/>
                <a:latin typeface="inherit"/>
              </a:rPr>
              <a:t>init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__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(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self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):</a:t>
            </a:r>
            <a:endParaRPr lang="en-IN" b="0" i="0" dirty="0">
              <a:solidFill>
                <a:srgbClr val="212121"/>
              </a:solidFill>
              <a:effectLst/>
              <a:latin typeface="inherit"/>
            </a:endParaRPr>
          </a:p>
          <a:p>
            <a:pPr>
              <a:buNone/>
            </a:pP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       </a:t>
            </a:r>
            <a:r>
              <a:rPr lang="en-IN" b="0" i="0" dirty="0" err="1">
                <a:solidFill>
                  <a:srgbClr val="212121"/>
                </a:solidFill>
                <a:effectLst/>
                <a:latin typeface="inherit"/>
              </a:rPr>
              <a:t>self</a:t>
            </a:r>
            <a:r>
              <a:rPr lang="en-IN" b="1" i="0" dirty="0" err="1">
                <a:solidFill>
                  <a:srgbClr val="AA22FF"/>
                </a:solidFill>
                <a:effectLst/>
                <a:latin typeface="inherit"/>
              </a:rPr>
              <a:t>.</a:t>
            </a:r>
            <a:r>
              <a:rPr lang="en-IN" b="0" i="0" dirty="0" err="1">
                <a:solidFill>
                  <a:srgbClr val="212121"/>
                </a:solidFill>
                <a:effectLst/>
                <a:latin typeface="inherit"/>
              </a:rPr>
              <a:t>q_values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</a:t>
            </a:r>
            <a:r>
              <a:rPr lang="en-IN" b="1" i="0" dirty="0">
                <a:solidFill>
                  <a:srgbClr val="AA22FF"/>
                </a:solidFill>
                <a:effectLst/>
                <a:latin typeface="inherit"/>
              </a:rPr>
              <a:t>=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{</a:t>
            </a:r>
            <a:r>
              <a:rPr lang="en-IN" b="0" i="0" dirty="0">
                <a:solidFill>
                  <a:srgbClr val="BA2121"/>
                </a:solidFill>
                <a:effectLst/>
                <a:latin typeface="inherit"/>
              </a:rPr>
              <a:t>"A"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: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</a:t>
            </a:r>
            <a:r>
              <a:rPr lang="en-IN" b="0" i="0" dirty="0">
                <a:solidFill>
                  <a:srgbClr val="008800"/>
                </a:solidFill>
                <a:effectLst/>
                <a:latin typeface="inherit"/>
              </a:rPr>
              <a:t>0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,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</a:t>
            </a:r>
            <a:r>
              <a:rPr lang="en-IN" b="0" i="0" dirty="0">
                <a:solidFill>
                  <a:srgbClr val="BA2121"/>
                </a:solidFill>
                <a:effectLst/>
                <a:latin typeface="inherit"/>
              </a:rPr>
              <a:t>"B"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: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</a:t>
            </a:r>
            <a:r>
              <a:rPr lang="en-IN" b="0" i="0" dirty="0">
                <a:solidFill>
                  <a:srgbClr val="008800"/>
                </a:solidFill>
                <a:effectLst/>
                <a:latin typeface="inherit"/>
              </a:rPr>
              <a:t>0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}</a:t>
            </a:r>
            <a:endParaRPr lang="en-IN" b="0" i="0" dirty="0">
              <a:solidFill>
                <a:srgbClr val="212121"/>
              </a:solidFill>
              <a:effectLst/>
              <a:latin typeface="inherit"/>
            </a:endParaRPr>
          </a:p>
          <a:p>
            <a:pPr>
              <a:buNone/>
            </a:pPr>
            <a:endParaRPr lang="en-IN" b="0" i="0" dirty="0">
              <a:solidFill>
                <a:srgbClr val="212121"/>
              </a:solidFill>
              <a:effectLst/>
              <a:latin typeface="inherit"/>
            </a:endParaRPr>
          </a:p>
          <a:p>
            <a:pPr>
              <a:buNone/>
            </a:pP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   </a:t>
            </a:r>
            <a:r>
              <a:rPr lang="en-IN" b="1" i="0" dirty="0">
                <a:solidFill>
                  <a:srgbClr val="008000"/>
                </a:solidFill>
                <a:effectLst/>
                <a:latin typeface="inherit"/>
              </a:rPr>
              <a:t>def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decide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(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self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):</a:t>
            </a:r>
            <a:endParaRPr lang="en-IN" b="0" i="0" dirty="0">
              <a:solidFill>
                <a:srgbClr val="212121"/>
              </a:solidFill>
              <a:effectLst/>
              <a:latin typeface="inherit"/>
            </a:endParaRPr>
          </a:p>
          <a:p>
            <a:pPr>
              <a:buNone/>
            </a:pP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       </a:t>
            </a:r>
            <a:r>
              <a:rPr lang="en-IN" b="1" i="0" dirty="0">
                <a:solidFill>
                  <a:srgbClr val="008000"/>
                </a:solidFill>
                <a:effectLst/>
                <a:latin typeface="inherit"/>
              </a:rPr>
              <a:t>return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max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(</a:t>
            </a:r>
            <a:r>
              <a:rPr lang="en-IN" b="0" i="0" dirty="0" err="1">
                <a:solidFill>
                  <a:srgbClr val="212121"/>
                </a:solidFill>
                <a:effectLst/>
                <a:latin typeface="inherit"/>
              </a:rPr>
              <a:t>self</a:t>
            </a:r>
            <a:r>
              <a:rPr lang="en-IN" b="1" i="0" dirty="0" err="1">
                <a:solidFill>
                  <a:srgbClr val="AA22FF"/>
                </a:solidFill>
                <a:effectLst/>
                <a:latin typeface="inherit"/>
              </a:rPr>
              <a:t>.</a:t>
            </a:r>
            <a:r>
              <a:rPr lang="en-IN" b="0" i="0" dirty="0" err="1">
                <a:solidFill>
                  <a:srgbClr val="212121"/>
                </a:solidFill>
                <a:effectLst/>
                <a:latin typeface="inherit"/>
              </a:rPr>
              <a:t>q_values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,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key</a:t>
            </a:r>
            <a:r>
              <a:rPr lang="en-IN" b="1" i="0" dirty="0">
                <a:solidFill>
                  <a:srgbClr val="AA22FF"/>
                </a:solidFill>
                <a:effectLst/>
                <a:latin typeface="inherit"/>
              </a:rPr>
              <a:t>=</a:t>
            </a:r>
            <a:r>
              <a:rPr lang="en-IN" b="0" i="0" dirty="0" err="1">
                <a:solidFill>
                  <a:srgbClr val="212121"/>
                </a:solidFill>
                <a:effectLst/>
                <a:latin typeface="inherit"/>
              </a:rPr>
              <a:t>self</a:t>
            </a:r>
            <a:r>
              <a:rPr lang="en-IN" b="1" i="0" dirty="0" err="1">
                <a:solidFill>
                  <a:srgbClr val="AA22FF"/>
                </a:solidFill>
                <a:effectLst/>
                <a:latin typeface="inherit"/>
              </a:rPr>
              <a:t>.</a:t>
            </a:r>
            <a:r>
              <a:rPr lang="en-IN" b="0" i="0" dirty="0" err="1">
                <a:solidFill>
                  <a:srgbClr val="212121"/>
                </a:solidFill>
                <a:effectLst/>
                <a:latin typeface="inherit"/>
              </a:rPr>
              <a:t>q_values</a:t>
            </a:r>
            <a:r>
              <a:rPr lang="en-IN" b="1" i="0" dirty="0" err="1">
                <a:solidFill>
                  <a:srgbClr val="AA22FF"/>
                </a:solidFill>
                <a:effectLst/>
                <a:latin typeface="inherit"/>
              </a:rPr>
              <a:t>.</a:t>
            </a:r>
            <a:r>
              <a:rPr lang="en-IN" b="0" i="0" dirty="0" err="1">
                <a:solidFill>
                  <a:srgbClr val="212121"/>
                </a:solidFill>
                <a:effectLst/>
                <a:latin typeface="inherit"/>
              </a:rPr>
              <a:t>get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)</a:t>
            </a:r>
            <a:endParaRPr lang="en-IN" b="0" i="0" dirty="0">
              <a:solidFill>
                <a:srgbClr val="212121"/>
              </a:solidFill>
              <a:effectLst/>
              <a:latin typeface="inherit"/>
            </a:endParaRPr>
          </a:p>
          <a:p>
            <a:pPr>
              <a:buNone/>
            </a:pPr>
            <a:endParaRPr lang="en-IN" b="0" i="0" dirty="0">
              <a:solidFill>
                <a:srgbClr val="212121"/>
              </a:solidFill>
              <a:effectLst/>
              <a:latin typeface="inherit"/>
            </a:endParaRPr>
          </a:p>
          <a:p>
            <a:pPr>
              <a:buNone/>
            </a:pP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   </a:t>
            </a:r>
            <a:r>
              <a:rPr lang="en-IN" b="1" i="0" dirty="0">
                <a:solidFill>
                  <a:srgbClr val="008000"/>
                </a:solidFill>
                <a:effectLst/>
                <a:latin typeface="inherit"/>
              </a:rPr>
              <a:t>def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learn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(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self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,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action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,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reward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):</a:t>
            </a:r>
            <a:endParaRPr lang="en-IN" b="0" i="0" dirty="0">
              <a:solidFill>
                <a:srgbClr val="212121"/>
              </a:solidFill>
              <a:effectLst/>
              <a:latin typeface="inherit"/>
            </a:endParaRPr>
          </a:p>
          <a:p>
            <a:pPr>
              <a:buNone/>
            </a:pP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       </a:t>
            </a:r>
            <a:r>
              <a:rPr lang="en-IN" b="0" i="0" dirty="0" err="1">
                <a:solidFill>
                  <a:srgbClr val="212121"/>
                </a:solidFill>
                <a:effectLst/>
                <a:latin typeface="inherit"/>
              </a:rPr>
              <a:t>self</a:t>
            </a:r>
            <a:r>
              <a:rPr lang="en-IN" b="1" i="0" dirty="0" err="1">
                <a:solidFill>
                  <a:srgbClr val="AA22FF"/>
                </a:solidFill>
                <a:effectLst/>
                <a:latin typeface="inherit"/>
              </a:rPr>
              <a:t>.</a:t>
            </a:r>
            <a:r>
              <a:rPr lang="en-IN" b="0" i="0" dirty="0" err="1">
                <a:solidFill>
                  <a:srgbClr val="212121"/>
                </a:solidFill>
                <a:effectLst/>
                <a:latin typeface="inherit"/>
              </a:rPr>
              <a:t>q_values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[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action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]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</a:t>
            </a:r>
            <a:r>
              <a:rPr lang="en-IN" b="1" i="0" dirty="0">
                <a:solidFill>
                  <a:srgbClr val="AA22FF"/>
                </a:solidFill>
                <a:effectLst/>
                <a:latin typeface="inherit"/>
              </a:rPr>
              <a:t>+=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reward</a:t>
            </a:r>
          </a:p>
          <a:p>
            <a:pPr>
              <a:buNone/>
            </a:pPr>
            <a:endParaRPr lang="en-IN" b="0" i="0" dirty="0">
              <a:solidFill>
                <a:srgbClr val="212121"/>
              </a:solidFill>
              <a:effectLst/>
              <a:latin typeface="inherit"/>
            </a:endParaRPr>
          </a:p>
          <a:p>
            <a:pPr>
              <a:buNone/>
            </a:pPr>
            <a:r>
              <a:rPr lang="en-IN" b="0" i="1" dirty="0">
                <a:solidFill>
                  <a:srgbClr val="408080"/>
                </a:solidFill>
                <a:effectLst/>
                <a:latin typeface="inherit"/>
              </a:rPr>
              <a:t># Test</a:t>
            </a:r>
            <a:endParaRPr lang="en-IN" b="0" i="0" dirty="0">
              <a:solidFill>
                <a:srgbClr val="212121"/>
              </a:solidFill>
              <a:effectLst/>
              <a:latin typeface="inherit"/>
            </a:endParaRPr>
          </a:p>
          <a:p>
            <a:pPr>
              <a:buNone/>
            </a:pP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agent </a:t>
            </a:r>
            <a:r>
              <a:rPr lang="en-IN" b="1" i="0" dirty="0">
                <a:solidFill>
                  <a:srgbClr val="AA22FF"/>
                </a:solidFill>
                <a:effectLst/>
                <a:latin typeface="inherit"/>
              </a:rPr>
              <a:t>=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</a:t>
            </a:r>
            <a:r>
              <a:rPr lang="en-IN" b="0" i="0" dirty="0" err="1">
                <a:solidFill>
                  <a:srgbClr val="212121"/>
                </a:solidFill>
                <a:effectLst/>
                <a:latin typeface="inherit"/>
              </a:rPr>
              <a:t>LearningAgent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()</a:t>
            </a:r>
            <a:endParaRPr lang="en-IN" b="0" i="0" dirty="0">
              <a:solidFill>
                <a:srgbClr val="212121"/>
              </a:solidFill>
              <a:effectLst/>
              <a:latin typeface="inherit"/>
            </a:endParaRPr>
          </a:p>
          <a:p>
            <a:pPr>
              <a:buNone/>
            </a:pP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action </a:t>
            </a:r>
            <a:r>
              <a:rPr lang="en-IN" b="1" i="0" dirty="0">
                <a:solidFill>
                  <a:srgbClr val="AA22FF"/>
                </a:solidFill>
                <a:effectLst/>
                <a:latin typeface="inherit"/>
              </a:rPr>
              <a:t>=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</a:t>
            </a:r>
            <a:r>
              <a:rPr lang="en-IN" b="0" i="0" dirty="0" err="1">
                <a:solidFill>
                  <a:srgbClr val="212121"/>
                </a:solidFill>
                <a:effectLst/>
                <a:latin typeface="inherit"/>
              </a:rPr>
              <a:t>agent</a:t>
            </a:r>
            <a:r>
              <a:rPr lang="en-IN" b="1" i="0" dirty="0" err="1">
                <a:solidFill>
                  <a:srgbClr val="AA22FF"/>
                </a:solidFill>
                <a:effectLst/>
                <a:latin typeface="inherit"/>
              </a:rPr>
              <a:t>.</a:t>
            </a:r>
            <a:r>
              <a:rPr lang="en-IN" b="0" i="0" dirty="0" err="1">
                <a:solidFill>
                  <a:srgbClr val="212121"/>
                </a:solidFill>
                <a:effectLst/>
                <a:latin typeface="inherit"/>
              </a:rPr>
              <a:t>decide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()</a:t>
            </a:r>
            <a:endParaRPr lang="en-IN" b="0" i="0" dirty="0">
              <a:solidFill>
                <a:srgbClr val="212121"/>
              </a:solidFill>
              <a:effectLst/>
              <a:latin typeface="inherit"/>
            </a:endParaRPr>
          </a:p>
          <a:p>
            <a:pPr>
              <a:buNone/>
            </a:pPr>
            <a:r>
              <a:rPr lang="en-IN" b="0" i="0" dirty="0" err="1">
                <a:solidFill>
                  <a:srgbClr val="212121"/>
                </a:solidFill>
                <a:effectLst/>
                <a:latin typeface="inherit"/>
              </a:rPr>
              <a:t>agent</a:t>
            </a:r>
            <a:r>
              <a:rPr lang="en-IN" b="1" i="0" dirty="0" err="1">
                <a:solidFill>
                  <a:srgbClr val="AA22FF"/>
                </a:solidFill>
                <a:effectLst/>
                <a:latin typeface="inherit"/>
              </a:rPr>
              <a:t>.</a:t>
            </a:r>
            <a:r>
              <a:rPr lang="en-IN" b="0" i="0" dirty="0" err="1">
                <a:solidFill>
                  <a:srgbClr val="212121"/>
                </a:solidFill>
                <a:effectLst/>
                <a:latin typeface="inherit"/>
              </a:rPr>
              <a:t>learn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(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action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,</a:t>
            </a: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 </a:t>
            </a:r>
            <a:r>
              <a:rPr lang="en-IN" b="0" i="0" dirty="0">
                <a:solidFill>
                  <a:srgbClr val="008800"/>
                </a:solidFill>
                <a:effectLst/>
                <a:latin typeface="inherit"/>
              </a:rPr>
              <a:t>5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)</a:t>
            </a:r>
            <a:endParaRPr lang="en-IN" b="0" i="0" dirty="0">
              <a:solidFill>
                <a:srgbClr val="212121"/>
              </a:solidFill>
              <a:effectLst/>
              <a:latin typeface="inherit"/>
            </a:endParaRPr>
          </a:p>
          <a:p>
            <a:pPr>
              <a:buNone/>
            </a:pPr>
            <a:r>
              <a:rPr lang="en-IN" b="0" i="0" dirty="0">
                <a:solidFill>
                  <a:srgbClr val="212121"/>
                </a:solidFill>
                <a:effectLst/>
                <a:latin typeface="inherit"/>
              </a:rPr>
              <a:t>print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(</a:t>
            </a:r>
            <a:r>
              <a:rPr lang="en-IN" b="0" i="0" dirty="0" err="1">
                <a:solidFill>
                  <a:srgbClr val="212121"/>
                </a:solidFill>
                <a:effectLst/>
                <a:latin typeface="inherit"/>
              </a:rPr>
              <a:t>agent</a:t>
            </a:r>
            <a:r>
              <a:rPr lang="en-IN" b="1" i="0" dirty="0" err="1">
                <a:solidFill>
                  <a:srgbClr val="AA22FF"/>
                </a:solidFill>
                <a:effectLst/>
                <a:latin typeface="inherit"/>
              </a:rPr>
              <a:t>.</a:t>
            </a:r>
            <a:r>
              <a:rPr lang="en-IN" b="0" i="0" dirty="0" err="1">
                <a:solidFill>
                  <a:srgbClr val="212121"/>
                </a:solidFill>
                <a:effectLst/>
                <a:latin typeface="inherit"/>
              </a:rPr>
              <a:t>q_values</a:t>
            </a:r>
            <a:r>
              <a:rPr lang="en-IN" b="0" i="0" dirty="0">
                <a:solidFill>
                  <a:srgbClr val="0055AA"/>
                </a:solidFill>
                <a:effectLst/>
                <a:latin typeface="inherit"/>
              </a:rPr>
              <a:t>)</a:t>
            </a:r>
            <a:endParaRPr lang="en-IN" b="0" i="0" dirty="0">
              <a:solidFill>
                <a:srgbClr val="212121"/>
              </a:solidFill>
              <a:effectLst/>
              <a:latin typeface="inheri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277693-2584-8A51-2777-028ED5950DDB}"/>
              </a:ext>
            </a:extLst>
          </p:cNvPr>
          <p:cNvSpPr txBox="1"/>
          <p:nvPr/>
        </p:nvSpPr>
        <p:spPr>
          <a:xfrm>
            <a:off x="5877088" y="6104965"/>
            <a:ext cx="31168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buNone/>
            </a:pPr>
            <a:endParaRPr lang="en-IN" b="0" i="0" dirty="0">
              <a:effectLst/>
              <a:latin typeface="inheri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8BF6A0-624A-D3C1-C160-124A63F1324D}"/>
              </a:ext>
            </a:extLst>
          </p:cNvPr>
          <p:cNvSpPr/>
          <p:nvPr/>
        </p:nvSpPr>
        <p:spPr>
          <a:xfrm>
            <a:off x="1255059" y="710859"/>
            <a:ext cx="9681882" cy="5394106"/>
          </a:xfrm>
          <a:prstGeom prst="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94335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DB53F100-D105-895F-B84E-E2B14D50F36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125503"/>
              </p:ext>
            </p:extLst>
          </p:nvPr>
        </p:nvGraphicFramePr>
        <p:xfrm>
          <a:off x="598032" y="1347597"/>
          <a:ext cx="10204439" cy="41388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977133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FA8858D-800D-3571-B184-782FD09E5B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292" y="228600"/>
            <a:ext cx="10055415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0408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3AE6072-36B0-C779-E936-B5B2C3E74C63}"/>
              </a:ext>
            </a:extLst>
          </p:cNvPr>
          <p:cNvSpPr txBox="1"/>
          <p:nvPr/>
        </p:nvSpPr>
        <p:spPr>
          <a:xfrm>
            <a:off x="860611" y="1902716"/>
            <a:ext cx="10273553" cy="30525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By:</a:t>
            </a:r>
            <a:endParaRPr lang="en-IN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Niveditha P L | USN: 4SU24CS058</a:t>
            </a:r>
            <a:endParaRPr lang="en-IN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Apeksha Jain | USN: 4SU24CS022</a:t>
            </a:r>
            <a:endParaRPr lang="en-IN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Abhishek M K | USN: 4SU24CS004</a:t>
            </a:r>
            <a:endParaRPr lang="en-IN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IN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Abhi T A | USN: 4SU24CS001</a:t>
            </a:r>
          </a:p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IN" b="1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IN" sz="36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THANK YOU…</a:t>
            </a:r>
          </a:p>
        </p:txBody>
      </p:sp>
    </p:spTree>
    <p:extLst>
      <p:ext uri="{BB962C8B-B14F-4D97-AF65-F5344CB8AC3E}">
        <p14:creationId xmlns:p14="http://schemas.microsoft.com/office/powerpoint/2010/main" val="14932819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367</TotalTime>
  <Words>1307</Words>
  <Application>Microsoft Office PowerPoint</Application>
  <PresentationFormat>Widescreen</PresentationFormat>
  <Paragraphs>221</Paragraphs>
  <Slides>25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Aptos</vt:lpstr>
      <vt:lpstr>Aptos Display</vt:lpstr>
      <vt:lpstr>Arial</vt:lpstr>
      <vt:lpstr>Calibri</vt:lpstr>
      <vt:lpstr>inherit</vt:lpstr>
      <vt:lpstr>Office Theme</vt:lpstr>
      <vt:lpstr>         AGENTIC ARTIFICIAL INTELLIGENCE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NIVEDITHA P LOKESH</dc:creator>
  <cp:lastModifiedBy>Abhi T A</cp:lastModifiedBy>
  <cp:revision>5</cp:revision>
  <dcterms:created xsi:type="dcterms:W3CDTF">2025-11-29T14:47:35Z</dcterms:created>
  <dcterms:modified xsi:type="dcterms:W3CDTF">2025-11-30T22:08:30Z</dcterms:modified>
</cp:coreProperties>
</file>